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ae3699db574286" /><Relationship Type="http://schemas.openxmlformats.org/officeDocument/2006/relationships/extended-properties" Target="/docProps/app.xml" Id="R6a7807c6168c4f3c" /><Relationship Type="http://schemas.openxmlformats.org/officeDocument/2006/relationships/officeDocument" Target="/ppt/presentation.xml" Id="R8c2ab078b128408e" /></Relationships>
</file>

<file path=ppt/presentation.xml><?xml version="1.0" encoding="utf-8"?>
<p:presentation xmlns:p="http://schemas.openxmlformats.org/presentationml/2006/main">
  <p:sldMasterIdLst>
    <p:sldMasterId xmlns:r="http://schemas.openxmlformats.org/officeDocument/2006/relationships" id="2147483648" r:id="Rb6491bdcbf85456e"/>
  </p:sldMasterIdLst>
  <p:notesMasterIdLst>
    <p:notesMasterId xmlns:r="http://schemas.openxmlformats.org/officeDocument/2006/relationships" r:id="R08abc0cf78394827"/>
  </p:notesMasterIdLst>
  <p:sldIdLst>
    <p:sldId xmlns:r="http://schemas.openxmlformats.org/officeDocument/2006/relationships" id="256" r:id="R62f756fbd2c441cc"/>
    <p:sldId xmlns:r="http://schemas.openxmlformats.org/officeDocument/2006/relationships" id="257" r:id="Rd70feaa30c5a419d"/>
    <p:sldId xmlns:r="http://schemas.openxmlformats.org/officeDocument/2006/relationships" id="258" r:id="R610bade9c0b94d8d"/>
    <p:sldId xmlns:r="http://schemas.openxmlformats.org/officeDocument/2006/relationships" id="259" r:id="Rc2d13b29807e486f"/>
    <p:sldId xmlns:r="http://schemas.openxmlformats.org/officeDocument/2006/relationships" id="260" r:id="R9f38a1d20d374e0b"/>
    <p:sldId xmlns:r="http://schemas.openxmlformats.org/officeDocument/2006/relationships" id="261" r:id="Raafa5349f301414b"/>
    <p:sldId xmlns:r="http://schemas.openxmlformats.org/officeDocument/2006/relationships" id="262" r:id="R7eaa505172dc4753"/>
    <p:sldId xmlns:r="http://schemas.openxmlformats.org/officeDocument/2006/relationships" id="263" r:id="Reeddc1e34fdd4632"/>
    <p:sldId xmlns:r="http://schemas.openxmlformats.org/officeDocument/2006/relationships" id="264" r:id="R4a4e3ebd81724e42"/>
    <p:sldId xmlns:r="http://schemas.openxmlformats.org/officeDocument/2006/relationships" id="265" r:id="R3eb0c16a85444f7b"/>
    <p:sldId xmlns:r="http://schemas.openxmlformats.org/officeDocument/2006/relationships" id="266" r:id="R4ab0165a121141ae"/>
    <p:sldId xmlns:r="http://schemas.openxmlformats.org/officeDocument/2006/relationships" id="267" r:id="R8d64f500b4744c86"/>
    <p:sldId xmlns:r="http://schemas.openxmlformats.org/officeDocument/2006/relationships" id="268" r:id="Rcb8c03235f4f4ea8"/>
    <p:sldId xmlns:r="http://schemas.openxmlformats.org/officeDocument/2006/relationships" id="269" r:id="R1d658ecf97da4fca"/>
    <p:sldId xmlns:r="http://schemas.openxmlformats.org/officeDocument/2006/relationships" id="270" r:id="R74b78694e0394cbe"/>
    <p:sldId xmlns:r="http://schemas.openxmlformats.org/officeDocument/2006/relationships" id="271" r:id="Ra2e44a8bbdc14ec6"/>
    <p:sldId xmlns:r="http://schemas.openxmlformats.org/officeDocument/2006/relationships" id="272" r:id="Ra79dbc470cfa4648"/>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86b67d1b8234236" /><Relationship Type="http://schemas.openxmlformats.org/officeDocument/2006/relationships/slideMaster" Target="/ppt/slideMasters/slideMaster1.xml" Id="Rb6491bdcbf85456e" /><Relationship Type="http://schemas.openxmlformats.org/officeDocument/2006/relationships/notesMaster" Target="/ppt/notesMasters/notesMaster1.xml" Id="R08abc0cf78394827" /><Relationship Type="http://schemas.openxmlformats.org/officeDocument/2006/relationships/presProps" Target="/ppt/presProps.xml" Id="Re965e26f46b74ed3" /><Relationship Type="http://schemas.openxmlformats.org/officeDocument/2006/relationships/viewProps" Target="/ppt/viewProps.xml" Id="Rd5a9ccb3adb94e0c" /><Relationship Type="http://schemas.openxmlformats.org/officeDocument/2006/relationships/tableStyles" Target="/ppt/tableStyles.xml" Id="R17661cb23e504a88" /><Relationship Type="http://schemas.openxmlformats.org/officeDocument/2006/relationships/slide" Target="/ppt/slides/slide1.xml" Id="R62f756fbd2c441cc" /><Relationship Type="http://schemas.openxmlformats.org/officeDocument/2006/relationships/slide" Target="/ppt/slides/slide2.xml" Id="Rd70feaa30c5a419d" /><Relationship Type="http://schemas.openxmlformats.org/officeDocument/2006/relationships/slide" Target="/ppt/slides/slide3.xml" Id="R610bade9c0b94d8d" /><Relationship Type="http://schemas.openxmlformats.org/officeDocument/2006/relationships/slide" Target="/ppt/slides/slide4.xml" Id="Rc2d13b29807e486f" /><Relationship Type="http://schemas.openxmlformats.org/officeDocument/2006/relationships/slide" Target="/ppt/slides/slide5.xml" Id="R9f38a1d20d374e0b" /><Relationship Type="http://schemas.openxmlformats.org/officeDocument/2006/relationships/slide" Target="/ppt/slides/slide6.xml" Id="Raafa5349f301414b" /><Relationship Type="http://schemas.openxmlformats.org/officeDocument/2006/relationships/slide" Target="/ppt/slides/slide7.xml" Id="R7eaa505172dc4753" /><Relationship Type="http://schemas.openxmlformats.org/officeDocument/2006/relationships/slide" Target="/ppt/slides/slide8.xml" Id="Reeddc1e34fdd4632" /><Relationship Type="http://schemas.openxmlformats.org/officeDocument/2006/relationships/slide" Target="/ppt/slides/slide9.xml" Id="R4a4e3ebd81724e42" /><Relationship Type="http://schemas.openxmlformats.org/officeDocument/2006/relationships/slide" Target="/ppt/slides/slide10.xml" Id="R3eb0c16a85444f7b" /><Relationship Type="http://schemas.openxmlformats.org/officeDocument/2006/relationships/slide" Target="/ppt/slides/slide11.xml" Id="R4ab0165a121141ae" /><Relationship Type="http://schemas.openxmlformats.org/officeDocument/2006/relationships/slide" Target="/ppt/slides/slide12.xml" Id="R8d64f500b4744c86" /><Relationship Type="http://schemas.openxmlformats.org/officeDocument/2006/relationships/slide" Target="/ppt/slides/slide13.xml" Id="Rcb8c03235f4f4ea8" /><Relationship Type="http://schemas.openxmlformats.org/officeDocument/2006/relationships/slide" Target="/ppt/slides/slide14.xml" Id="R1d658ecf97da4fca" /><Relationship Type="http://schemas.openxmlformats.org/officeDocument/2006/relationships/slide" Target="/ppt/slides/slide15.xml" Id="R74b78694e0394cbe" /><Relationship Type="http://schemas.openxmlformats.org/officeDocument/2006/relationships/slide" Target="/ppt/slides/slide16.xml" Id="Ra2e44a8bbdc14ec6" /><Relationship Type="http://schemas.openxmlformats.org/officeDocument/2006/relationships/slide" Target="/ppt/slides/slide17.xml" Id="Ra79dbc470cfa46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487cc1b5f04b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393c8d6cd74760" /><Relationship Type="http://schemas.openxmlformats.org/officeDocument/2006/relationships/notesMaster" Target="/ppt/notesMasters/notesMaster1.xml" Id="R2e948b8f367b44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b636b3128347a7" /><Relationship Type="http://schemas.openxmlformats.org/officeDocument/2006/relationships/notesMaster" Target="/ppt/notesMasters/notesMaster1.xml" Id="R5a602ab5378d44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265d2ecd6e47d6" /><Relationship Type="http://schemas.openxmlformats.org/officeDocument/2006/relationships/notesMaster" Target="/ppt/notesMasters/notesMaster1.xml" Id="Raef42e0931b647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b12c59ae6f4dbc" /><Relationship Type="http://schemas.openxmlformats.org/officeDocument/2006/relationships/notesMaster" Target="/ppt/notesMasters/notesMaster1.xml" Id="Rdf2bfc8e837043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f63b7584a64769" /><Relationship Type="http://schemas.openxmlformats.org/officeDocument/2006/relationships/notesMaster" Target="/ppt/notesMasters/notesMaster1.xml" Id="R3880e8c05e8844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f1e8df3d0e4733" /><Relationship Type="http://schemas.openxmlformats.org/officeDocument/2006/relationships/notesMaster" Target="/ppt/notesMasters/notesMaster1.xml" Id="R22ec7e923b7449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8f26e385074cf0" /><Relationship Type="http://schemas.openxmlformats.org/officeDocument/2006/relationships/notesMaster" Target="/ppt/notesMasters/notesMaster1.xml" Id="Rb46a4a757a764b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c41961525d44be" /><Relationship Type="http://schemas.openxmlformats.org/officeDocument/2006/relationships/notesMaster" Target="/ppt/notesMasters/notesMaster1.xml" Id="Re4fe9e982f504f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21758f09b042e0" /><Relationship Type="http://schemas.openxmlformats.org/officeDocument/2006/relationships/notesMaster" Target="/ppt/notesMasters/notesMaster1.xml" Id="Rff3adc1dbf7c4e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723eb8e18e4c87" /><Relationship Type="http://schemas.openxmlformats.org/officeDocument/2006/relationships/notesMaster" Target="/ppt/notesMasters/notesMaster1.xml" Id="R6aabf3f43efb45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6003b8e4d54369" /><Relationship Type="http://schemas.openxmlformats.org/officeDocument/2006/relationships/notesMaster" Target="/ppt/notesMasters/notesMaster1.xml" Id="R069789426fb044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96549268974546" /><Relationship Type="http://schemas.openxmlformats.org/officeDocument/2006/relationships/notesMaster" Target="/ppt/notesMasters/notesMaster1.xml" Id="Rd23b1b6e6b794e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dd227eb6694a02" /><Relationship Type="http://schemas.openxmlformats.org/officeDocument/2006/relationships/notesMaster" Target="/ppt/notesMasters/notesMaster1.xml" Id="R820c44cf506c45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63995715374c50" /><Relationship Type="http://schemas.openxmlformats.org/officeDocument/2006/relationships/notesMaster" Target="/ppt/notesMasters/notesMaster1.xml" Id="Rf914f57312fa45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af20c5335b47fa" /><Relationship Type="http://schemas.openxmlformats.org/officeDocument/2006/relationships/notesMaster" Target="/ppt/notesMasters/notesMaster1.xml" Id="R9a4d24ee00e545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8e288a6ca14508" /><Relationship Type="http://schemas.openxmlformats.org/officeDocument/2006/relationships/notesMaster" Target="/ppt/notesMasters/notesMaster1.xml" Id="Rd8792afa163544f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4dfafaa8fc4fab" /><Relationship Type="http://schemas.openxmlformats.org/officeDocument/2006/relationships/notesMaster" Target="/ppt/notesMasters/notesMaster1.xml" Id="Ra849bfb629af47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khoảng 20 giây. Hanni là ứng dụng học tiếng Trung cho người Việt. Điểm nhóm tập trung là nối một bài học vừa sức với ôn tập đúng lúc, và dùng âm Hán Việt để người học liên hệ nghĩa. Bài trình bày đi theo luồng sử dụng trước, sau đó giải thích kiến trúc và trạng thái triển khai.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Nêu vấn đề theo trải nghiệm người tự học: không biết bắt đầu ở đâu, học xong dễ quên, chữ Hán khó liên hệ với nghĩa và không có người sửa thanh điệu. Đây là các vấn đề thiết kế mà Hanni giải quyết, không phải kết quả của một khảo sát định lượng. Chuyển sang ví dụ cụ thể về âm Hán Việt.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Đọc 学生 là học sinh và 时间 là thời gian để khán giả hiểu ngay cầu nối tiếng Việt. Với 电脑, liên hệ điện và não để nhớ nghĩa máy tính. Âm Hán Việt hỗ trợ liên hệ nghĩa, không thay thế phát âm tiếng Trung. Mẹo đoán thanh có ngoại lệ, vì vậy app vẫn có phát âm mẫu và phần luyện đọc.</a:t>
            </a:r>
            <a:endParaRPr/>
          </a:p>
          <a:p xmlns:a="http://schemas.openxmlformats.org/drawingml/2006/main">
            <a:r>
              <a:t/>
            </a:r>
            <a:endParaRPr/>
          </a:p>
          <a:p xmlns:a="http://schemas.openxmlformats.org/drawingml/2006/main">
            <a:r>
              <a:t>Nguồn nội bộ: hanni-server/data/processed/words.seed.json; hanni-server/src/modules/hanviet/tone-rule.util.ts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Đi theo một người học mới: vào học ở chế độ khách, hoàn thành bài đầu rồi tạo tài khoản khi muốn lưu. Sau đó màn chính có một hành động Học tiếp và phần ôn tập. Người đã có nền tảng có thể làm kiểm tra trình độ để chọn cấp khởi đầu.</a:t>
            </a:r>
            <a:endParaRPr/>
          </a:p>
          <a:p xmlns:a="http://schemas.openxmlformats.org/drawingml/2006/main">
            <a:r>
              <a:t/>
            </a:r>
            <a:endParaRPr/>
          </a:p>
          <a:p xmlns:a="http://schemas.openxmlformats.org/drawingml/2006/main">
            <a:r>
              <a:t>Nguồn nội bộ: hanni-mobile/src/app/(tabs)/index.tsx; hanni-mobile/src/app/login.tsx; hanni-client/app/kiem-tra-trinh-do/page.tsx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40 giây. Thẻ giới thiệu giúp hiểu một từ trước khi trả lời câu hỏi. Sau đó app cho luyện nhiều dạng, và đưa câu sai trở lại để người học sửa. Phần đọc thử phân tích cao độ trên thiết bị để hỗ trợ luyện thanh điệu. Đây không phải công cụ đánh giá toàn bộ phát âm, không thay thế giáo viên và không cần gọi Gemini để chấm cao độ.</a:t>
            </a:r>
            <a:endParaRPr/>
          </a:p>
          <a:p xmlns:a="http://schemas.openxmlformats.org/drawingml/2006/main">
            <a:r>
              <a:t/>
            </a:r>
            <a:endParaRPr/>
          </a:p>
          <a:p xmlns:a="http://schemas.openxmlformats.org/drawingml/2006/main">
            <a:r>
              <a:t>Nguồn nội bộ: hanni-mobile/src/features/tone/tone-check.tsx; hanni-mobile/src/features/tone/pcm.ts; hanni-mobile/src/features/lesson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Đây là mắt xích sau bài học: từ đã học trở lại vào ngày cần ôn. Người học lật thẻ và tự chấm mức nhớ, rồi thuật toán SM-2 hoặc FSRS lập lịch tiếp theo. Điểm tự chấm là đầu vào của lịch ôn, không phải AI đo trực tiếp trí nhớ. Trang tiến độ giúp người học biết vốn từ và việc nên làm hôm nay.</a:t>
            </a:r>
            <a:endParaRPr/>
          </a:p>
          <a:p xmlns:a="http://schemas.openxmlformats.org/drawingml/2006/main">
            <a:r>
              <a:t/>
            </a:r>
            <a:endParaRPr/>
          </a:p>
          <a:p xmlns:a="http://schemas.openxmlformats.org/drawingml/2006/main">
            <a:r>
              <a:t>Nguồn nội bộ: hanni-server/src/modules/srs/scheduler; Hanni-demo.mp4, 04:45–05:23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Nhấn vào ví dụ học sinh: nhập tiếng Việt không dấu vẫn tra được. Từ điển giúp nối từng chữ với âm Hán Việt và cách viết. Tách từ trong câu là tra cứu theo dữ liệu, còn giải thích ngữ pháp sâu hơn là một thao tác AI riêng.</a:t>
            </a:r>
            <a:endParaRPr/>
          </a:p>
          <a:p xmlns:a="http://schemas.openxmlformats.org/drawingml/2006/main">
            <a:r>
              <a:t/>
            </a:r>
            <a:endParaRPr/>
          </a:p>
          <a:p xmlns:a="http://schemas.openxmlformats.org/drawingml/2006/main">
            <a:r>
              <a:t>Nguồn nội bộ: hanni-server/src/modules/vocabulary; hanni-client/components/hanzi-writer-canvas.tsx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Hanni hiện có 10 đề tự luyện từ HSK 1 đến HSK 4. Giá trị nằm ở phần chữa bài: biết mình sai câu nào, xem lời thoại, nghĩa và từ vựng liên quan rồi luyện lại. Đề trong ứng dụng phục vụ luyện tập, không phải kỳ thi hay chứng chỉ chính thức.</a:t>
            </a:r>
            <a:endParaRPr/>
          </a:p>
          <a:p xmlns:a="http://schemas.openxmlformats.org/drawingml/2006/main">
            <a:r>
              <a:t/>
            </a:r>
            <a:endParaRPr/>
          </a:p>
          <a:p xmlns:a="http://schemas.openxmlformats.org/drawingml/2006/main">
            <a:r>
              <a:t>Nguồn nội bộ: hanni-server/src/modules/mock-exams/papers; hanni-mobile/src/features/mock-exam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Học qua video đưa từ vào ngữ cảnh: video chạy cùng bản chép lời, có pinyin và bản dịch; chạm từ để tra nghĩa và đưa vào ôn tập. Hình bên trái là bản web. Hội thoại AI giúp luyện theo tình huống. Lớp học là luồng giáo viên tạo lớp, gửi mã, giao bài và xem kết quả. Video minh họa cả ba nhánh.</a:t>
            </a:r>
            <a:endParaRPr/>
          </a:p>
          <a:p xmlns:a="http://schemas.openxmlformats.org/drawingml/2006/main">
            <a:r>
              <a:t/>
            </a:r>
            <a:endParaRPr/>
          </a:p>
          <a:p xmlns:a="http://schemas.openxmlformats.org/drawingml/2006/main">
            <a:r>
              <a:t>Nguồn nội bộ: hanni-client/app/(app)/watch/[id]/page.tsx; hanni-server/src/modules/roleplay; hanni-server/src/modules/classrooms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Phát Hanni-demo-moi.mp4 trong cùng thư mục. Trong lúc video chạy không đọc lại các dòng trên màn hình. Có thể giới thiệu trước: hãy chú ý một từ được học, được tra cứu rồi được đưa vào ôn tập. Video rút gọn thao tác lặp lại. Phần kiểm tra trình độ, luyện viết và học qua video bổ sung có nhãn bản web. Các thao tác nhập thông tin và ghép cặp dài được tua 2×, có nhãn tốc độ; lời thuyết minh vẫn phát ở tốc độ thường. Đoạn Premium dừng ở màn xác nhận gói, không thực hiện giao dịch.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45 giây. Mobile và web cùng gọi một REST API NestJS. Server giữ nghiệp vụ, tài khoản và tiến độ trong PostgreSQL qua TypeORM. Redis phục vụ đệm và hạn mức. Gemini xử lý các thao tác AI, còn payOS xử lý thanh toán. Dùng chung API giúp cùng tài khoản học tiếp trên nhiều giao diện mà không viết lại logic học tập.</a:t>
            </a:r>
            <a:endParaRPr/>
          </a:p>
          <a:p xmlns:a="http://schemas.openxmlformats.org/drawingml/2006/main">
            <a:r>
              <a:t/>
            </a:r>
            <a:endParaRPr/>
          </a:p>
          <a:p xmlns:a="http://schemas.openxmlformats.org/drawingml/2006/main">
            <a:r>
              <a:t>Nguồn nội bộ: hanni-server/src/app.module.ts; hanni-server/src/modules/auth; hanni-mobile/package.json; hanni-client/package.json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Phân biệt phần đã xây với phần đã kiểm thử thực tế. Android đã có APK arm64 build thành công, package và chữ ký đã được kiểm tra. Google Sign-In và audience server đã tích hợp, nhưng vẫn cần đăng nhập thật trên thiết bị và kiểm tra với khóa ký phát hành. Không khẳng định iOS đã phát hành hoặc mọi chức năng native đã qua kiểm thử trên nhiều máy.</a:t>
            </a:r>
            <a:endParaRPr/>
          </a:p>
          <a:p xmlns:a="http://schemas.openxmlformats.org/drawingml/2006/main">
            <a:r>
              <a:t/>
            </a:r>
            <a:endParaRPr/>
          </a:p>
          <a:p xmlns:a="http://schemas.openxmlformats.org/drawingml/2006/main">
            <a:r>
              <a:t>Nguồn nội bộ: hanni-mobile/src/features/auth/google-sign-in.ts; hanni-server/src/modules/auth/google-oauth.service.ts; releases/Hanni-1.0.1-google-login-arm64.apk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Báo cáo đúng bằng chứng đã có: 192 test server đạt và một test bỏ qua, 35 test mobile đạt, kiểm tra kiểu và lint qua, Android Release build thành công. API từ chối token Google không hợp lệ bằng HTTP 401. Các kết quả này không thay thế thử nghiệm Google login, micro, camera và giữ phiên trên thiết bị thật.</a:t>
            </a:r>
            <a:endParaRPr/>
          </a:p>
          <a:p xmlns:a="http://schemas.openxmlformats.org/drawingml/2006/main">
            <a:r>
              <a:t/>
            </a:r>
            <a:endParaRPr/>
          </a:p>
          <a:p xmlns:a="http://schemas.openxmlformats.org/drawingml/2006/main">
            <a:r>
              <a:t>Nguồn nội bộ: Kết quả kiểm tra trong phiên làm việc ngày 30/10/2026; CI hanni-server commit a303dfb; mobile commit 0f24788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Nội dung học cốt lõi dùng miễn phí. Premium tăng quyền sử dụng các tính năng có chi phí xử lý AI. Thanh toán là giao dịch theo gói, qua QR ngân hàng. Trong video chỉ giới thiệu và xác nhận gói, không quét QR hay chứng minh một giao dịch mới đã thành công. Không so sánh giá với đối thủ khi chưa kiểm tra lại cùng thời điểm.</a:t>
            </a:r>
            <a:endParaRPr/>
          </a:p>
          <a:p xmlns:a="http://schemas.openxmlformats.org/drawingml/2006/main">
            <a:r>
              <a:t/>
            </a:r>
            <a:endParaRPr/>
          </a:p>
          <a:p xmlns:a="http://schemas.openxmlformats.org/drawingml/2006/main">
            <a:r>
              <a:t>Nguồn nội bộ: hanni-server/src/modules/premium; hanni-server/src/modules/payments; Hanni-slide.pptx, bảng giá gốc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Dự án đã có web, API production và APK Android. Ưu tiên trước khi phát hành rộng là thử trên thiết bị thật, đặc biệt Google login theo từng khóa ký, micro, chọn ảnh và giữ phiên. Sau đó hoàn thiện Google Play, thử với một nhóm học nhỏ và dùng phản hồi để quyết định nội dung cần bổ sung. Không coi build thành công là đã kiểm thử mọi luồng đầu cuối.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10 giây. Cảm ơn thầy cô và các bạn. Mời đặt câu hỏi. Có thể mở website để thử chế độ khách hoặc dùng APK Android đã chuẩn bị. Nếu cần hỏi về dữ liệu, mở slide phụ lục sau trang này.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mở khi có câu hỏi về dữ liệu. Tệp words.seed.json hiện có 10.958 mục. Các chỉ số nội dung khác giữ theo bản tài liệu gốc tháng 10/2026 và không được dùng làm số liệu người dùng hay hiệu quả học tập. Có thể đếm lại cơ sở dữ liệu khi nội dung thay đổi.</a:t>
            </a:r>
            <a:endParaRPr/>
          </a:p>
          <a:p xmlns:a="http://schemas.openxmlformats.org/drawingml/2006/main">
            <a:r>
              <a:t/>
            </a:r>
            <a:endParaRPr/>
          </a:p>
          <a:p xmlns:a="http://schemas.openxmlformats.org/drawingml/2006/main">
            <a:r>
              <a:t>Nguồn nội bộ: hanni-server/data/processed/words.seed.json; Hanni-slide.pptx, slide dữ liệu gốc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d0de8ee887459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0bcb62f5d44934" /><Relationship Type="http://schemas.openxmlformats.org/officeDocument/2006/relationships/slideLayout" Target="/ppt/slideLayouts/slideLayout1.xml" Id="R6f94e87508cb4d9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94e87508cb4d9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2193c197b94142" /><Relationship Type="http://schemas.openxmlformats.org/officeDocument/2006/relationships/image" Target="/ppt/media/image.png" Id="R29971d274042423d" /><Relationship Type="http://schemas.openxmlformats.org/officeDocument/2006/relationships/notesSlide" Target="/ppt/notesSlides/notesSlide1.xml" Id="Rea3e8a6ed46141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adc6e64bf74b95" /><Relationship Type="http://schemas.openxmlformats.org/officeDocument/2006/relationships/notesSlide" Target="/ppt/notesSlides/notesSlide2.xml" Id="Re92b92eeabad4f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b3ffa7670a44e0" /><Relationship Type="http://schemas.openxmlformats.org/officeDocument/2006/relationships/notesSlide" Target="/ppt/notesSlides/notesSlide3.xml" Id="Rc4d4fa3947a245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5604962abb4a32" /><Relationship Type="http://schemas.openxmlformats.org/officeDocument/2006/relationships/image" Target="/ppt/media/image2.png" Id="Rf8d2396a02d04f8f" /><Relationship Type="http://schemas.openxmlformats.org/officeDocument/2006/relationships/notesSlide" Target="/ppt/notesSlides/notesSlide4.xml" Id="R96e15fce8f9348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d56fbba1014cde" /><Relationship Type="http://schemas.openxmlformats.org/officeDocument/2006/relationships/image" Target="/ppt/media/image3.png" Id="R040e1526d99c4ffc" /><Relationship Type="http://schemas.openxmlformats.org/officeDocument/2006/relationships/image" Target="/ppt/media/image4.png" Id="R4026f5d7ac9844d9" /><Relationship Type="http://schemas.openxmlformats.org/officeDocument/2006/relationships/notesSlide" Target="/ppt/notesSlides/notesSlide5.xml" Id="R8d3b755d502340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c52dae73204337" /><Relationship Type="http://schemas.openxmlformats.org/officeDocument/2006/relationships/image" Target="/ppt/media/image5.png" Id="R485c5ada86d64cfd" /><Relationship Type="http://schemas.openxmlformats.org/officeDocument/2006/relationships/image" Target="/ppt/media/image6.png" Id="R8593f7e6e3d645a4" /><Relationship Type="http://schemas.openxmlformats.org/officeDocument/2006/relationships/notesSlide" Target="/ppt/notesSlides/notesSlide6.xml" Id="R151c7fcac3fb46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3db2cab3e44e82" /><Relationship Type="http://schemas.openxmlformats.org/officeDocument/2006/relationships/image" Target="/ppt/media/image7.png" Id="R7bf7e5520ca647c5" /><Relationship Type="http://schemas.openxmlformats.org/officeDocument/2006/relationships/image" Target="/ppt/media/image8.png" Id="R14ab81a741e8418e" /><Relationship Type="http://schemas.openxmlformats.org/officeDocument/2006/relationships/notesSlide" Target="/ppt/notesSlides/notesSlide7.xml" Id="Rfa7a5c6e30a145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eeae1eab674afe" /><Relationship Type="http://schemas.openxmlformats.org/officeDocument/2006/relationships/image" Target="/ppt/media/image9.png" Id="Rc8d9842eb72a4b3c" /><Relationship Type="http://schemas.openxmlformats.org/officeDocument/2006/relationships/image" Target="/ppt/media/image10.png" Id="R486b9a5e96de4764" /><Relationship Type="http://schemas.openxmlformats.org/officeDocument/2006/relationships/notesSlide" Target="/ppt/notesSlides/notesSlide8.xml" Id="R1d752fcab95244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94844ebbdc4d73" /><Relationship Type="http://schemas.openxmlformats.org/officeDocument/2006/relationships/image" Target="/ppt/media/image11.png" Id="Rd2fd92720ab944f7" /><Relationship Type="http://schemas.openxmlformats.org/officeDocument/2006/relationships/image" Target="/ppt/media/image12.png" Id="Rec358744f9c648a6" /><Relationship Type="http://schemas.openxmlformats.org/officeDocument/2006/relationships/notesSlide" Target="/ppt/notesSlides/notesSlide9.xml" Id="Rf7c6290e6d7a47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c00e1cf62c4f8c" /><Relationship Type="http://schemas.openxmlformats.org/officeDocument/2006/relationships/notesSlide" Target="/ppt/notesSlides/notesSlide10.xml" Id="Rad7eb6bf70d94a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a9438da2cb4d69" /><Relationship Type="http://schemas.openxmlformats.org/officeDocument/2006/relationships/notesSlide" Target="/ppt/notesSlides/notesSlide11.xml" Id="R62c3cf76227841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f97e2287f14adb" /><Relationship Type="http://schemas.openxmlformats.org/officeDocument/2006/relationships/image" Target="/ppt/media/image13.png" Id="R42cd22132d414de8" /><Relationship Type="http://schemas.openxmlformats.org/officeDocument/2006/relationships/image" Target="/ppt/media/image14.png" Id="Rdd979e84dcf445e3" /><Relationship Type="http://schemas.openxmlformats.org/officeDocument/2006/relationships/notesSlide" Target="/ppt/notesSlides/notesSlide12.xml" Id="R6fa646de46e54a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c1c1f42bc24cb7" /><Relationship Type="http://schemas.openxmlformats.org/officeDocument/2006/relationships/notesSlide" Target="/ppt/notesSlides/notesSlide13.xml" Id="R65af27f44a4848e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f02cb1fd6240c8" /><Relationship Type="http://schemas.openxmlformats.org/officeDocument/2006/relationships/notesSlide" Target="/ppt/notesSlides/notesSlide14.xml" Id="Rc4dbf1d0dd564c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4bdd7b13bfe4b35" /><Relationship Type="http://schemas.openxmlformats.org/officeDocument/2006/relationships/notesSlide" Target="/ppt/notesSlides/notesSlide15.xml" Id="R9a86b4de8fab4c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c91f15e7e7f4862" /><Relationship Type="http://schemas.openxmlformats.org/officeDocument/2006/relationships/image" Target="/ppt/media/image15.png" Id="Rbeb438618fdb4591" /><Relationship Type="http://schemas.openxmlformats.org/officeDocument/2006/relationships/notesSlide" Target="/ppt/notesSlides/notesSlide16.xml" Id="R2fbae100126344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383a5fa2f544a2f" /><Relationship Type="http://schemas.openxmlformats.org/officeDocument/2006/relationships/notesSlide" Target="/ppt/notesSlides/notesSlide17.xml" Id="R45afb3afd1464451" /></Relationships>
</file>

<file path=ppt/slides/slide1.xml><?xml version="1.0" encoding="utf-8"?>
<p:sld xmlns:p="http://schemas.openxmlformats.org/presentationml/2006/main">
  <p:cSld>
    <p:bg>
      <p:bgPr>
        <a:solidFill xmlns:a="http://schemas.openxmlformats.org/drawingml/2006/main">
          <a:srgbClr val="BD2B1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07F646-150A-4D65-803B-C04AC45BB216}"/>
              </a:ext>
            </a:extLst>
          </p:cNvPr>
          <p:cNvSpPr>
            <a:spLocks xmlns:a="http://schemas.openxmlformats.org/drawingml/2006/main" noGrp="1"/>
          </p:cNvSpPr>
          <p:nvPr/>
        </p:nvSpPr>
        <p:spPr>
          <a:xfrm xmlns:a="http://schemas.openxmlformats.org/drawingml/2006/main">
            <a:off x="6553200" y="508000"/>
            <a:ext cx="4826000" cy="203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5000"/>
              </a:lnSpc>
              <a:buNone/>
            </a:pPr>
            <a:r>
              <a:rPr sz="15000">
                <a:solidFill>
                  <a:srgbClr val="C9382A"/>
                </a:solidFill>
                <a:latin typeface="Microsoft YaHei"/>
                <a:ea typeface="Microsoft YaHei"/>
                <a:cs typeface="Microsoft YaHei"/>
              </a:rPr>
              <a:t>汉语</a:t>
            </a:r>
            <a:endParaRPr sz="15000"/>
          </a:p>
        </p:txBody>
      </p:sp>
      <p:pic>
        <p:nvPicPr>
          <p:cNvPr id="3" name="Image 0">
            <a:extLst xmlns:a="http://schemas.openxmlformats.org/drawingml/2006/main">
              <a:ext uri="{FF2B5EF4-FFF2-40B4-BE49-F238E27FC236}">
                <a16:creationId xmlns:a16="http://schemas.microsoft.com/office/drawing/2014/main" id="{CDD33284-2A1F-4B30-972B-7C9E3A8B26F7}"/>
              </a:ext>
            </a:extLst>
          </p:cNvPr>
          <p:cNvPicPr>
            <a:picLocks xmlns:a="http://schemas.openxmlformats.org/drawingml/2006/main" noChangeAspect="1"/>
          </p:cNvPicPr>
          <p:nvPr/>
        </p:nvPicPr>
        <p:blipFill>
          <a:blip xmlns:r="http://schemas.openxmlformats.org/officeDocument/2006/relationships" xmlns:a="http://schemas.openxmlformats.org/drawingml/2006/main" r:embed="R29971d274042423d"/>
          <a:stretch xmlns:a="http://schemas.openxmlformats.org/drawingml/2006/main">
            <a:fillRect l="0" t="0" r="0" b="0"/>
          </a:stretch>
        </p:blipFill>
        <p:spPr>
          <a:xfrm xmlns:a="http://schemas.openxmlformats.org/drawingml/2006/main">
            <a:off x="812800" y="1397000"/>
            <a:ext cx="1066800" cy="1066800"/>
          </a:xfrm>
          <a:prstGeom xmlns:a="http://schemas.openxmlformats.org/drawingml/2006/main" prst="ellipse">
            <a:avLst/>
          </a:prstGeom>
        </p:spPr>
      </p:pic>
      <p:sp>
        <p:nvSpPr>
          <p:cNvPr id="4" name="Text 1">
            <a:extLst xmlns:a="http://schemas.openxmlformats.org/drawingml/2006/main">
              <a:ext uri="{FF2B5EF4-FFF2-40B4-BE49-F238E27FC236}">
                <a16:creationId xmlns:a16="http://schemas.microsoft.com/office/drawing/2014/main" id="{125E6EE8-458E-4797-B62B-9174B9351E53}"/>
              </a:ext>
            </a:extLst>
          </p:cNvPr>
          <p:cNvSpPr>
            <a:spLocks xmlns:a="http://schemas.openxmlformats.org/drawingml/2006/main" noGrp="1"/>
          </p:cNvSpPr>
          <p:nvPr/>
        </p:nvSpPr>
        <p:spPr>
          <a:xfrm xmlns:a="http://schemas.openxmlformats.org/drawingml/2006/main">
            <a:off x="812800" y="2667000"/>
            <a:ext cx="7620000" cy="1079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8000" b="1">
                <a:solidFill>
                  <a:srgbClr val="FBF6EF"/>
                </a:solidFill>
                <a:latin typeface="Arial"/>
                <a:ea typeface="Arial"/>
                <a:cs typeface="Arial"/>
              </a:rPr>
              <a:t>Hanni</a:t>
            </a:r>
            <a:endParaRPr sz="8000"/>
          </a:p>
        </p:txBody>
      </p:sp>
      <p:sp>
        <p:nvSpPr>
          <p:cNvPr id="5" name="Text 2">
            <a:extLst xmlns:a="http://schemas.openxmlformats.org/drawingml/2006/main">
              <a:ext uri="{FF2B5EF4-FFF2-40B4-BE49-F238E27FC236}">
                <a16:creationId xmlns:a16="http://schemas.microsoft.com/office/drawing/2014/main" id="{960B15FE-15D7-4521-8DF2-C400EAD84817}"/>
              </a:ext>
            </a:extLst>
          </p:cNvPr>
          <p:cNvSpPr>
            <a:spLocks xmlns:a="http://schemas.openxmlformats.org/drawingml/2006/main" noGrp="1"/>
          </p:cNvSpPr>
          <p:nvPr/>
        </p:nvSpPr>
        <p:spPr>
          <a:xfrm xmlns:a="http://schemas.openxmlformats.org/drawingml/2006/main">
            <a:off x="812800" y="3873500"/>
            <a:ext cx="825500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325" b="0">
                <a:solidFill>
                  <a:srgbClr val="FAF5EE"/>
                </a:solidFill>
                <a:latin typeface="Arial"/>
                <a:ea typeface="Arial"/>
                <a:cs typeface="Arial"/>
              </a:defRPr>
            </a:defPPr>
            <a:lvl1pPr>
              <a:defRPr sz="2325" b="0">
                <a:solidFill>
                  <a:srgbClr val="FAF5EE"/>
                </a:solidFill>
                <a:latin typeface="Arial"/>
                <a:ea typeface="Arial"/>
                <a:cs typeface="Arial"/>
              </a:defRPr>
            </a:lvl1pPr>
            <a:lvl2pPr>
              <a:defRPr sz="2325" b="0">
                <a:solidFill>
                  <a:srgbClr val="FAF5EE"/>
                </a:solidFill>
                <a:latin typeface="Arial"/>
                <a:ea typeface="Arial"/>
                <a:cs typeface="Arial"/>
              </a:defRPr>
            </a:lvl2pPr>
            <a:lvl3pPr>
              <a:defRPr sz="2325" b="0">
                <a:solidFill>
                  <a:srgbClr val="FAF5EE"/>
                </a:solidFill>
                <a:latin typeface="Arial"/>
                <a:ea typeface="Arial"/>
                <a:cs typeface="Arial"/>
              </a:defRPr>
            </a:lvl3pPr>
            <a:lvl4pPr>
              <a:defRPr sz="2325" b="0">
                <a:solidFill>
                  <a:srgbClr val="FAF5EE"/>
                </a:solidFill>
                <a:latin typeface="Arial"/>
                <a:ea typeface="Arial"/>
                <a:cs typeface="Arial"/>
              </a:defRPr>
            </a:lvl4pPr>
            <a:lvl5pPr>
              <a:defRPr sz="2325" b="0">
                <a:solidFill>
                  <a:srgbClr val="FAF5EE"/>
                </a:solidFill>
                <a:latin typeface="Arial"/>
                <a:ea typeface="Arial"/>
                <a:cs typeface="Arial"/>
              </a:defRPr>
            </a:lvl5pPr>
            <a:lvl6pPr>
              <a:defRPr sz="2325" b="0">
                <a:solidFill>
                  <a:srgbClr val="FAF5EE"/>
                </a:solidFill>
                <a:latin typeface="Arial"/>
                <a:ea typeface="Arial"/>
                <a:cs typeface="Arial"/>
              </a:defRPr>
            </a:lvl6pPr>
            <a:lvl7pPr>
              <a:defRPr sz="2325" b="0">
                <a:solidFill>
                  <a:srgbClr val="FAF5EE"/>
                </a:solidFill>
                <a:latin typeface="Arial"/>
                <a:ea typeface="Arial"/>
                <a:cs typeface="Arial"/>
              </a:defRPr>
            </a:lvl7pPr>
            <a:lvl8pPr>
              <a:defRPr sz="2325" b="0">
                <a:solidFill>
                  <a:srgbClr val="FAF5EE"/>
                </a:solidFill>
                <a:latin typeface="Arial"/>
                <a:ea typeface="Arial"/>
                <a:cs typeface="Arial"/>
              </a:defRPr>
            </a:lvl8pPr>
            <a:lvl9pPr>
              <a:defRPr sz="2325" b="0">
                <a:solidFill>
                  <a:srgbClr val="FAF5EE"/>
                </a:solidFill>
                <a:latin typeface="Arial"/>
                <a:ea typeface="Arial"/>
                <a:cs typeface="Arial"/>
              </a:defRPr>
            </a:lvl9pPr>
          </a:lstStyle>
          <a:p xmlns:a="http://schemas.openxmlformats.org/drawingml/2006/main">
            <a:pPr marL="0" indent="0" algn="l">
              <a:lnSpc>
                <a:spcPct val="125000"/>
              </a:lnSpc>
              <a:buNone/>
              <a:defRPr sz="2325" b="0">
                <a:solidFill>
                  <a:srgbClr val="FAF5EE"/>
                </a:solidFill>
                <a:latin typeface="Arial"/>
                <a:ea typeface="Arial"/>
                <a:cs typeface="Arial"/>
              </a:defRPr>
            </a:pPr>
            <a:r>
              <a:rPr sz="2325" b="0">
                <a:solidFill>
                  <a:srgbClr val="FAF5EE"/>
                </a:solidFill>
                <a:latin typeface="Arial"/>
                <a:ea typeface="Arial"/>
                <a:cs typeface="Arial"/>
              </a:rPr>
              <a:t>Học tiếng Trung cho người Việt</a:t>
            </a:r>
            <a:endParaRPr sz="2600"/>
          </a:p>
          <a:p xmlns:a="http://schemas.openxmlformats.org/drawingml/2006/main">
            <a:pPr marL="0" indent="0" algn="l">
              <a:lnSpc>
                <a:spcPct val="125000"/>
              </a:lnSpc>
              <a:buNone/>
              <a:defRPr sz="2325" b="0">
                <a:solidFill>
                  <a:srgbClr val="FAF5EE"/>
                </a:solidFill>
                <a:latin typeface="Arial"/>
                <a:ea typeface="Arial"/>
                <a:cs typeface="Arial"/>
              </a:defRPr>
            </a:pPr>
            <a:r>
              <a:rPr sz="2325" b="0">
                <a:solidFill>
                  <a:srgbClr val="FAF5EE"/>
                </a:solidFill>
                <a:latin typeface="Arial"/>
                <a:ea typeface="Arial"/>
                <a:cs typeface="Arial"/>
              </a:rPr>
              <a:t>Âm Hán Việt gắn với từng bài học</a:t>
            </a:r>
            <a:endParaRPr sz="2600"/>
          </a:p>
        </p:txBody>
      </p:sp>
      <p:sp>
        <p:nvSpPr>
          <p:cNvPr id="6" name="Text 3">
            <a:extLst xmlns:a="http://schemas.openxmlformats.org/drawingml/2006/main">
              <a:ext uri="{FF2B5EF4-FFF2-40B4-BE49-F238E27FC236}">
                <a16:creationId xmlns:a16="http://schemas.microsoft.com/office/drawing/2014/main" id="{7DD5FB8D-8C42-4575-8810-1AF8DE29B0E7}"/>
              </a:ext>
            </a:extLst>
          </p:cNvPr>
          <p:cNvSpPr>
            <a:spLocks xmlns:a="http://schemas.openxmlformats.org/drawingml/2006/main" noGrp="1"/>
          </p:cNvSpPr>
          <p:nvPr/>
        </p:nvSpPr>
        <p:spPr>
          <a:xfrm xmlns:a="http://schemas.openxmlformats.org/drawingml/2006/main">
            <a:off x="812800" y="5016500"/>
            <a:ext cx="9525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725" b="1">
                <a:solidFill>
                  <a:srgbClr val="FAF5EE"/>
                </a:solidFill>
                <a:latin typeface="Arial"/>
                <a:ea typeface="Arial"/>
                <a:cs typeface="Arial"/>
              </a:defRPr>
            </a:defPPr>
            <a:lvl1pPr>
              <a:defRPr sz="1725" b="1">
                <a:solidFill>
                  <a:srgbClr val="FAF5EE"/>
                </a:solidFill>
                <a:latin typeface="Arial"/>
                <a:ea typeface="Arial"/>
                <a:cs typeface="Arial"/>
              </a:defRPr>
            </a:lvl1pPr>
            <a:lvl2pPr>
              <a:defRPr sz="1725" b="1">
                <a:solidFill>
                  <a:srgbClr val="FAF5EE"/>
                </a:solidFill>
                <a:latin typeface="Arial"/>
                <a:ea typeface="Arial"/>
                <a:cs typeface="Arial"/>
              </a:defRPr>
            </a:lvl2pPr>
            <a:lvl3pPr>
              <a:defRPr sz="1725" b="1">
                <a:solidFill>
                  <a:srgbClr val="FAF5EE"/>
                </a:solidFill>
                <a:latin typeface="Arial"/>
                <a:ea typeface="Arial"/>
                <a:cs typeface="Arial"/>
              </a:defRPr>
            </a:lvl3pPr>
            <a:lvl4pPr>
              <a:defRPr sz="1725" b="1">
                <a:solidFill>
                  <a:srgbClr val="FAF5EE"/>
                </a:solidFill>
                <a:latin typeface="Arial"/>
                <a:ea typeface="Arial"/>
                <a:cs typeface="Arial"/>
              </a:defRPr>
            </a:lvl4pPr>
            <a:lvl5pPr>
              <a:defRPr sz="1725" b="1">
                <a:solidFill>
                  <a:srgbClr val="FAF5EE"/>
                </a:solidFill>
                <a:latin typeface="Arial"/>
                <a:ea typeface="Arial"/>
                <a:cs typeface="Arial"/>
              </a:defRPr>
            </a:lvl5pPr>
            <a:lvl6pPr>
              <a:defRPr sz="1725" b="1">
                <a:solidFill>
                  <a:srgbClr val="FAF5EE"/>
                </a:solidFill>
                <a:latin typeface="Arial"/>
                <a:ea typeface="Arial"/>
                <a:cs typeface="Arial"/>
              </a:defRPr>
            </a:lvl6pPr>
            <a:lvl7pPr>
              <a:defRPr sz="1725" b="1">
                <a:solidFill>
                  <a:srgbClr val="FAF5EE"/>
                </a:solidFill>
                <a:latin typeface="Arial"/>
                <a:ea typeface="Arial"/>
                <a:cs typeface="Arial"/>
              </a:defRPr>
            </a:lvl7pPr>
            <a:lvl8pPr>
              <a:defRPr sz="1725" b="1">
                <a:solidFill>
                  <a:srgbClr val="FAF5EE"/>
                </a:solidFill>
                <a:latin typeface="Arial"/>
                <a:ea typeface="Arial"/>
                <a:cs typeface="Arial"/>
              </a:defRPr>
            </a:lvl8pPr>
            <a:lvl9pPr>
              <a:defRPr sz="1725" b="1">
                <a:solidFill>
                  <a:srgbClr val="FAF5EE"/>
                </a:solidFill>
                <a:latin typeface="Arial"/>
                <a:ea typeface="Arial"/>
                <a:cs typeface="Arial"/>
              </a:defRPr>
            </a:lvl9pPr>
          </a:lstStyle>
          <a:p xmlns:a="http://schemas.openxmlformats.org/drawingml/2006/main">
            <a:pPr marL="0" indent="0" algn="l">
              <a:lnSpc>
                <a:spcPct val="115000"/>
              </a:lnSpc>
              <a:buNone/>
              <a:defRPr sz="1725" b="1">
                <a:solidFill>
                  <a:srgbClr val="FAF5EE"/>
                </a:solidFill>
                <a:latin typeface="Arial"/>
                <a:ea typeface="Arial"/>
                <a:cs typeface="Arial"/>
              </a:defRPr>
            </a:pPr>
            <a:r>
              <a:rPr sz="1725" b="1">
                <a:solidFill>
                  <a:srgbClr val="FAF5EE"/>
                </a:solidFill>
                <a:latin typeface="Arial"/>
                <a:ea typeface="Arial"/>
                <a:cs typeface="Arial"/>
              </a:rPr>
              <a:t>Ứng dụng di động và web</a:t>
            </a:r>
            <a:endParaRPr sz="1500"/>
          </a:p>
        </p:txBody>
      </p:sp>
      <p:sp>
        <p:nvSpPr>
          <p:cNvPr id="7" name="Text 4">
            <a:extLst xmlns:a="http://schemas.openxmlformats.org/drawingml/2006/main">
              <a:ext uri="{FF2B5EF4-FFF2-40B4-BE49-F238E27FC236}">
                <a16:creationId xmlns:a16="http://schemas.microsoft.com/office/drawing/2014/main" id="{2C880735-8C39-4321-9003-8D3025B98CFE}"/>
              </a:ext>
            </a:extLst>
          </p:cNvPr>
          <p:cNvSpPr>
            <a:spLocks xmlns:a="http://schemas.openxmlformats.org/drawingml/2006/main" noGrp="1"/>
          </p:cNvSpPr>
          <p:nvPr/>
        </p:nvSpPr>
        <p:spPr>
          <a:xfrm xmlns:a="http://schemas.openxmlformats.org/drawingml/2006/main">
            <a:off x="812800" y="6096000"/>
            <a:ext cx="105664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350" b="0">
                <a:solidFill>
                  <a:srgbClr val="F0D7CF"/>
                </a:solidFill>
                <a:latin typeface="Arial"/>
                <a:ea typeface="Arial"/>
                <a:cs typeface="Arial"/>
              </a:defRPr>
            </a:defPPr>
            <a:lvl1pPr>
              <a:defRPr sz="1350" b="0">
                <a:solidFill>
                  <a:srgbClr val="F0D7CF"/>
                </a:solidFill>
                <a:latin typeface="Arial"/>
                <a:ea typeface="Arial"/>
                <a:cs typeface="Arial"/>
              </a:defRPr>
            </a:lvl1pPr>
            <a:lvl2pPr>
              <a:defRPr sz="1350" b="0">
                <a:solidFill>
                  <a:srgbClr val="F0D7CF"/>
                </a:solidFill>
                <a:latin typeface="Arial"/>
                <a:ea typeface="Arial"/>
                <a:cs typeface="Arial"/>
              </a:defRPr>
            </a:lvl2pPr>
            <a:lvl3pPr>
              <a:defRPr sz="1350" b="0">
                <a:solidFill>
                  <a:srgbClr val="F0D7CF"/>
                </a:solidFill>
                <a:latin typeface="Arial"/>
                <a:ea typeface="Arial"/>
                <a:cs typeface="Arial"/>
              </a:defRPr>
            </a:lvl3pPr>
            <a:lvl4pPr>
              <a:defRPr sz="1350" b="0">
                <a:solidFill>
                  <a:srgbClr val="F0D7CF"/>
                </a:solidFill>
                <a:latin typeface="Arial"/>
                <a:ea typeface="Arial"/>
                <a:cs typeface="Arial"/>
              </a:defRPr>
            </a:lvl4pPr>
            <a:lvl5pPr>
              <a:defRPr sz="1350" b="0">
                <a:solidFill>
                  <a:srgbClr val="F0D7CF"/>
                </a:solidFill>
                <a:latin typeface="Arial"/>
                <a:ea typeface="Arial"/>
                <a:cs typeface="Arial"/>
              </a:defRPr>
            </a:lvl5pPr>
            <a:lvl6pPr>
              <a:defRPr sz="1350" b="0">
                <a:solidFill>
                  <a:srgbClr val="F0D7CF"/>
                </a:solidFill>
                <a:latin typeface="Arial"/>
                <a:ea typeface="Arial"/>
                <a:cs typeface="Arial"/>
              </a:defRPr>
            </a:lvl6pPr>
            <a:lvl7pPr>
              <a:defRPr sz="1350" b="0">
                <a:solidFill>
                  <a:srgbClr val="F0D7CF"/>
                </a:solidFill>
                <a:latin typeface="Arial"/>
                <a:ea typeface="Arial"/>
                <a:cs typeface="Arial"/>
              </a:defRPr>
            </a:lvl7pPr>
            <a:lvl8pPr>
              <a:defRPr sz="1350" b="0">
                <a:solidFill>
                  <a:srgbClr val="F0D7CF"/>
                </a:solidFill>
                <a:latin typeface="Arial"/>
                <a:ea typeface="Arial"/>
                <a:cs typeface="Arial"/>
              </a:defRPr>
            </a:lvl8pPr>
            <a:lvl9pPr>
              <a:defRPr sz="1350" b="0">
                <a:solidFill>
                  <a:srgbClr val="F0D7CF"/>
                </a:solidFill>
                <a:latin typeface="Arial"/>
                <a:ea typeface="Arial"/>
                <a:cs typeface="Arial"/>
              </a:defRPr>
            </a:lvl9pPr>
          </a:lstStyle>
          <a:p xmlns:a="http://schemas.openxmlformats.org/drawingml/2006/main">
            <a:pPr marL="0" indent="0" algn="l">
              <a:lnSpc>
                <a:spcPct val="115000"/>
              </a:lnSpc>
              <a:buNone/>
              <a:defRPr sz="1350" b="0">
                <a:solidFill>
                  <a:srgbClr val="F0D7CF"/>
                </a:solidFill>
                <a:latin typeface="Arial"/>
                <a:ea typeface="Arial"/>
                <a:cs typeface="Arial"/>
              </a:defRPr>
            </a:pPr>
            <a:r>
              <a:rPr sz="1350" b="0">
                <a:solidFill>
                  <a:srgbClr val="F0D7CF"/>
                </a:solidFill>
                <a:latin typeface="Arial"/>
                <a:ea typeface="Arial"/>
                <a:cs typeface="Arial"/>
              </a:rPr>
              <a:t>Tháng 10/2026</a:t>
            </a:r>
            <a:endParaRPr sz="1400"/>
          </a:p>
        </p:txBody>
      </p:sp>
      <p:sp>
        <p:nvSpPr>
          <p:cNvPr id="8" name="">
            <a:extLst xmlns:a="http://schemas.openxmlformats.org/drawingml/2006/main">
              <a:ext uri="{FF2B5EF4-FFF2-40B4-BE49-F238E27FC236}">
                <a16:creationId xmlns:a16="http://schemas.microsoft.com/office/drawing/2014/main" id="{83D17039-F3C5-46EE-B9C1-7A937B1B501D}"/>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F0D7CF"/>
                </a:solidFill>
                <a:latin typeface="Arial"/>
                <a:ea typeface="Arial"/>
                <a:cs typeface="Arial"/>
              </a:defRPr>
            </a:defPPr>
            <a:lvl1pPr>
              <a:defRPr sz="1125" b="0">
                <a:solidFill>
                  <a:srgbClr val="F0D7CF"/>
                </a:solidFill>
                <a:latin typeface="Arial"/>
                <a:ea typeface="Arial"/>
                <a:cs typeface="Arial"/>
              </a:defRPr>
            </a:lvl1pPr>
            <a:lvl2pPr>
              <a:defRPr sz="1125" b="0">
                <a:solidFill>
                  <a:srgbClr val="F0D7CF"/>
                </a:solidFill>
                <a:latin typeface="Arial"/>
                <a:ea typeface="Arial"/>
                <a:cs typeface="Arial"/>
              </a:defRPr>
            </a:lvl2pPr>
            <a:lvl3pPr>
              <a:defRPr sz="1125" b="0">
                <a:solidFill>
                  <a:srgbClr val="F0D7CF"/>
                </a:solidFill>
                <a:latin typeface="Arial"/>
                <a:ea typeface="Arial"/>
                <a:cs typeface="Arial"/>
              </a:defRPr>
            </a:lvl3pPr>
            <a:lvl4pPr>
              <a:defRPr sz="1125" b="0">
                <a:solidFill>
                  <a:srgbClr val="F0D7CF"/>
                </a:solidFill>
                <a:latin typeface="Arial"/>
                <a:ea typeface="Arial"/>
                <a:cs typeface="Arial"/>
              </a:defRPr>
            </a:lvl4pPr>
            <a:lvl5pPr>
              <a:defRPr sz="1125" b="0">
                <a:solidFill>
                  <a:srgbClr val="F0D7CF"/>
                </a:solidFill>
                <a:latin typeface="Arial"/>
                <a:ea typeface="Arial"/>
                <a:cs typeface="Arial"/>
              </a:defRPr>
            </a:lvl5pPr>
            <a:lvl6pPr>
              <a:defRPr sz="1125" b="0">
                <a:solidFill>
                  <a:srgbClr val="F0D7CF"/>
                </a:solidFill>
                <a:latin typeface="Arial"/>
                <a:ea typeface="Arial"/>
                <a:cs typeface="Arial"/>
              </a:defRPr>
            </a:lvl6pPr>
            <a:lvl7pPr>
              <a:defRPr sz="1125" b="0">
                <a:solidFill>
                  <a:srgbClr val="F0D7CF"/>
                </a:solidFill>
                <a:latin typeface="Arial"/>
                <a:ea typeface="Arial"/>
                <a:cs typeface="Arial"/>
              </a:defRPr>
            </a:lvl7pPr>
            <a:lvl8pPr>
              <a:defRPr sz="1125" b="0">
                <a:solidFill>
                  <a:srgbClr val="F0D7CF"/>
                </a:solidFill>
                <a:latin typeface="Arial"/>
                <a:ea typeface="Arial"/>
                <a:cs typeface="Arial"/>
              </a:defRPr>
            </a:lvl8pPr>
            <a:lvl9pPr>
              <a:defRPr sz="1125" b="0">
                <a:solidFill>
                  <a:srgbClr val="F0D7CF"/>
                </a:solidFill>
                <a:latin typeface="Arial"/>
                <a:ea typeface="Arial"/>
                <a:cs typeface="Arial"/>
              </a:defRPr>
            </a:lvl9pPr>
          </a:lstStyle>
          <a:p xmlns:a="http://schemas.openxmlformats.org/drawingml/2006/main">
            <a:pPr>
              <a:defRPr sz="1125" b="0">
                <a:solidFill>
                  <a:srgbClr val="F0D7CF"/>
                </a:solidFill>
                <a:latin typeface="Arial"/>
                <a:ea typeface="Arial"/>
                <a:cs typeface="Arial"/>
              </a:defRPr>
            </a:pPr>
            <a:r>
              <a:rPr sz="1125" b="0">
                <a:solidFill>
                  <a:srgbClr val="F0D7CF"/>
                </a:solidFill>
                <a:latin typeface="Arial"/>
                <a:ea typeface="Arial"/>
                <a:cs typeface="Arial"/>
              </a:rPr>
              <a:t>01</a:t>
            </a:r>
          </a:p>
        </p:txBody>
      </p:sp>
    </p:spTree>
    <p:extLst>
      <p:ext uri="{BB962C8B-B14F-4D97-AF65-F5344CB8AC3E}">
        <p14:creationId xmlns:p14="http://schemas.microsoft.com/office/powerpoint/2010/main" val="308705451"/>
      </p:ext>
    </p:extLst>
  </p:cSld>
</p:sld>
</file>

<file path=ppt/slides/slide2.xml><?xml version="1.0" encoding="utf-8"?>
<p:sld xmlns:p="http://schemas.openxmlformats.org/presentationml/2006/main">
  <p:cSld>
    <p:bg>
      <p:bgPr>
        <a:solidFill xmlns:a="http://schemas.openxmlformats.org/drawingml/2006/main">
          <a:srgbClr val="F3EAD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259578-E319-4B13-B6D8-8B133AAE5837}"/>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125" b="1">
                <a:solidFill>
                  <a:srgbClr val="BD2B1F"/>
                </a:solidFill>
                <a:latin typeface="Arial"/>
                <a:ea typeface="Arial"/>
                <a:cs typeface="Arial"/>
              </a:defRPr>
            </a:defPPr>
            <a:lvl1pPr>
              <a:defRPr sz="1125" b="1">
                <a:solidFill>
                  <a:srgbClr val="BD2B1F"/>
                </a:solidFill>
                <a:latin typeface="Arial"/>
                <a:ea typeface="Arial"/>
                <a:cs typeface="Arial"/>
              </a:defRPr>
            </a:lvl1pPr>
            <a:lvl2pPr>
              <a:defRPr sz="1125" b="1">
                <a:solidFill>
                  <a:srgbClr val="BD2B1F"/>
                </a:solidFill>
                <a:latin typeface="Arial"/>
                <a:ea typeface="Arial"/>
                <a:cs typeface="Arial"/>
              </a:defRPr>
            </a:lvl2pPr>
            <a:lvl3pPr>
              <a:defRPr sz="1125" b="1">
                <a:solidFill>
                  <a:srgbClr val="BD2B1F"/>
                </a:solidFill>
                <a:latin typeface="Arial"/>
                <a:ea typeface="Arial"/>
                <a:cs typeface="Arial"/>
              </a:defRPr>
            </a:lvl3pPr>
            <a:lvl4pPr>
              <a:defRPr sz="1125" b="1">
                <a:solidFill>
                  <a:srgbClr val="BD2B1F"/>
                </a:solidFill>
                <a:latin typeface="Arial"/>
                <a:ea typeface="Arial"/>
                <a:cs typeface="Arial"/>
              </a:defRPr>
            </a:lvl4pPr>
            <a:lvl5pPr>
              <a:defRPr sz="1125" b="1">
                <a:solidFill>
                  <a:srgbClr val="BD2B1F"/>
                </a:solidFill>
                <a:latin typeface="Arial"/>
                <a:ea typeface="Arial"/>
                <a:cs typeface="Arial"/>
              </a:defRPr>
            </a:lvl5pPr>
            <a:lvl6pPr>
              <a:defRPr sz="1125" b="1">
                <a:solidFill>
                  <a:srgbClr val="BD2B1F"/>
                </a:solidFill>
                <a:latin typeface="Arial"/>
                <a:ea typeface="Arial"/>
                <a:cs typeface="Arial"/>
              </a:defRPr>
            </a:lvl6pPr>
            <a:lvl7pPr>
              <a:defRPr sz="1125" b="1">
                <a:solidFill>
                  <a:srgbClr val="BD2B1F"/>
                </a:solidFill>
                <a:latin typeface="Arial"/>
                <a:ea typeface="Arial"/>
                <a:cs typeface="Arial"/>
              </a:defRPr>
            </a:lvl7pPr>
            <a:lvl8pPr>
              <a:defRPr sz="1125" b="1">
                <a:solidFill>
                  <a:srgbClr val="BD2B1F"/>
                </a:solidFill>
                <a:latin typeface="Arial"/>
                <a:ea typeface="Arial"/>
                <a:cs typeface="Arial"/>
              </a:defRPr>
            </a:lvl8pPr>
            <a:lvl9pPr>
              <a:defRPr sz="1125" b="1">
                <a:solidFill>
                  <a:srgbClr val="BD2B1F"/>
                </a:solidFill>
                <a:latin typeface="Arial"/>
                <a:ea typeface="Arial"/>
                <a:cs typeface="Arial"/>
              </a:defRPr>
            </a:lvl9pPr>
          </a:lstStyle>
          <a:p xmlns:a="http://schemas.openxmlformats.org/drawingml/2006/main">
            <a:pPr marL="0" indent="0" algn="l">
              <a:lnSpc>
                <a:spcPct val="115000"/>
              </a:lnSpc>
              <a:buNone/>
              <a:defRPr sz="1125" b="1">
                <a:solidFill>
                  <a:srgbClr val="BD2B1F"/>
                </a:solidFill>
                <a:latin typeface="Arial"/>
                <a:ea typeface="Arial"/>
                <a:cs typeface="Arial"/>
              </a:defRPr>
            </a:pPr>
            <a:r>
              <a:rPr sz="1125" b="1" spc="300">
                <a:solidFill>
                  <a:srgbClr val="BD2B1F"/>
                </a:solidFill>
                <a:latin typeface="Arial"/>
                <a:ea typeface="Arial"/>
                <a:cs typeface="Arial"/>
              </a:rPr>
              <a:t>NGƯỜI HỌC</a:t>
            </a:r>
            <a:endParaRPr sz="1200"/>
          </a:p>
        </p:txBody>
      </p:sp>
      <p:sp>
        <p:nvSpPr>
          <p:cNvPr id="3" name="Text 1">
            <a:extLst xmlns:a="http://schemas.openxmlformats.org/drawingml/2006/main">
              <a:ext uri="{FF2B5EF4-FFF2-40B4-BE49-F238E27FC236}">
                <a16:creationId xmlns:a16="http://schemas.microsoft.com/office/drawing/2014/main" id="{9ED1BDAB-4E10-4AF8-99E2-A32474566811}"/>
              </a:ext>
            </a:extLst>
          </p:cNvPr>
          <p:cNvSpPr>
            <a:spLocks xmlns:a="http://schemas.openxmlformats.org/drawingml/2006/main" noGrp="1"/>
          </p:cNvSpPr>
          <p:nvPr/>
        </p:nvSpPr>
        <p:spPr>
          <a:xfrm xmlns:a="http://schemas.openxmlformats.org/drawingml/2006/main">
            <a:off x="812800" y="1117600"/>
            <a:ext cx="105664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150" b="1">
                <a:solidFill>
                  <a:srgbClr val="202431"/>
                </a:solidFill>
                <a:latin typeface="Arial"/>
                <a:ea typeface="Arial"/>
                <a:cs typeface="Arial"/>
              </a:defRPr>
            </a:defPPr>
            <a:lvl1pPr>
              <a:defRPr sz="3150" b="1">
                <a:solidFill>
                  <a:srgbClr val="202431"/>
                </a:solidFill>
                <a:latin typeface="Arial"/>
                <a:ea typeface="Arial"/>
                <a:cs typeface="Arial"/>
              </a:defRPr>
            </a:lvl1pPr>
            <a:lvl2pPr>
              <a:defRPr sz="3150" b="1">
                <a:solidFill>
                  <a:srgbClr val="202431"/>
                </a:solidFill>
                <a:latin typeface="Arial"/>
                <a:ea typeface="Arial"/>
                <a:cs typeface="Arial"/>
              </a:defRPr>
            </a:lvl2pPr>
            <a:lvl3pPr>
              <a:defRPr sz="3150" b="1">
                <a:solidFill>
                  <a:srgbClr val="202431"/>
                </a:solidFill>
                <a:latin typeface="Arial"/>
                <a:ea typeface="Arial"/>
                <a:cs typeface="Arial"/>
              </a:defRPr>
            </a:lvl3pPr>
            <a:lvl4pPr>
              <a:defRPr sz="3150" b="1">
                <a:solidFill>
                  <a:srgbClr val="202431"/>
                </a:solidFill>
                <a:latin typeface="Arial"/>
                <a:ea typeface="Arial"/>
                <a:cs typeface="Arial"/>
              </a:defRPr>
            </a:lvl4pPr>
            <a:lvl5pPr>
              <a:defRPr sz="3150" b="1">
                <a:solidFill>
                  <a:srgbClr val="202431"/>
                </a:solidFill>
                <a:latin typeface="Arial"/>
                <a:ea typeface="Arial"/>
                <a:cs typeface="Arial"/>
              </a:defRPr>
            </a:lvl5pPr>
            <a:lvl6pPr>
              <a:defRPr sz="3150" b="1">
                <a:solidFill>
                  <a:srgbClr val="202431"/>
                </a:solidFill>
                <a:latin typeface="Arial"/>
                <a:ea typeface="Arial"/>
                <a:cs typeface="Arial"/>
              </a:defRPr>
            </a:lvl6pPr>
            <a:lvl7pPr>
              <a:defRPr sz="3150" b="1">
                <a:solidFill>
                  <a:srgbClr val="202431"/>
                </a:solidFill>
                <a:latin typeface="Arial"/>
                <a:ea typeface="Arial"/>
                <a:cs typeface="Arial"/>
              </a:defRPr>
            </a:lvl7pPr>
            <a:lvl8pPr>
              <a:defRPr sz="3150" b="1">
                <a:solidFill>
                  <a:srgbClr val="202431"/>
                </a:solidFill>
                <a:latin typeface="Arial"/>
                <a:ea typeface="Arial"/>
                <a:cs typeface="Arial"/>
              </a:defRPr>
            </a:lvl8pPr>
            <a:lvl9pPr>
              <a:defRPr sz="3150" b="1">
                <a:solidFill>
                  <a:srgbClr val="202431"/>
                </a:solidFill>
                <a:latin typeface="Arial"/>
                <a:ea typeface="Arial"/>
                <a:cs typeface="Arial"/>
              </a:defRPr>
            </a:lvl9pPr>
          </a:lstStyle>
          <a:p xmlns:a="http://schemas.openxmlformats.org/drawingml/2006/main">
            <a:pPr marL="0" indent="0" algn="l">
              <a:lnSpc>
                <a:spcPct val="105000"/>
              </a:lnSpc>
              <a:buNone/>
              <a:defRPr sz="3150" b="1">
                <a:solidFill>
                  <a:srgbClr val="202431"/>
                </a:solidFill>
                <a:latin typeface="Arial"/>
                <a:ea typeface="Arial"/>
                <a:cs typeface="Arial"/>
              </a:defRPr>
            </a:pPr>
            <a:r>
              <a:rPr sz="3150" b="1">
                <a:solidFill>
                  <a:srgbClr val="202431"/>
                </a:solidFill>
                <a:latin typeface="Arial"/>
                <a:ea typeface="Arial"/>
                <a:cs typeface="Arial"/>
              </a:rPr>
              <a:t>Khó khăn khi tự học tiếng Trung</a:t>
            </a:r>
            <a:endParaRPr sz="3600"/>
          </a:p>
        </p:txBody>
      </p:sp>
      <p:sp>
        <p:nvSpPr>
          <p:cNvPr id="4" name="Shape 2">
            <a:extLst xmlns:a="http://schemas.openxmlformats.org/drawingml/2006/main">
              <a:ext uri="{FF2B5EF4-FFF2-40B4-BE49-F238E27FC236}">
                <a16:creationId xmlns:a16="http://schemas.microsoft.com/office/drawing/2014/main" id="{1B6CF2BC-B2F0-4144-89A9-DCA19B8873A0}"/>
              </a:ext>
            </a:extLst>
          </p:cNvPr>
          <p:cNvSpPr>
            <a:spLocks xmlns:a="http://schemas.openxmlformats.org/drawingml/2006/main" noGrp="1"/>
          </p:cNvSpPr>
          <p:nvPr/>
        </p:nvSpPr>
        <p:spPr>
          <a:xfrm xmlns:a="http://schemas.openxmlformats.org/drawingml/2006/main">
            <a:off x="812800" y="2095500"/>
            <a:ext cx="5194300" cy="1727200"/>
          </a:xfrm>
          <a:prstGeom xmlns:a="http://schemas.openxmlformats.org/drawingml/2006/main" prst="roundRect">
            <a:avLst>
              <a:gd name="adj" fmla="val 9000"/>
            </a:avLst>
          </a:prstGeom>
          <a:noFill xmlns:a="http://schemas.openxmlformats.org/drawingml/2006/main"/>
          <a:ln xmlns:a="http://schemas.openxmlformats.org/drawingml/2006/main" w="0">
            <a:noFill/>
          </a:ln>
        </p:spPr>
      </p:sp>
      <p:sp>
        <p:nvSpPr>
          <p:cNvPr id="5" name="Text 3">
            <a:extLst xmlns:a="http://schemas.openxmlformats.org/drawingml/2006/main">
              <a:ext uri="{FF2B5EF4-FFF2-40B4-BE49-F238E27FC236}">
                <a16:creationId xmlns:a16="http://schemas.microsoft.com/office/drawing/2014/main" id="{08EB1E92-35CD-4691-BBA2-2749C2B056C8}"/>
              </a:ext>
            </a:extLst>
          </p:cNvPr>
          <p:cNvSpPr>
            <a:spLocks xmlns:a="http://schemas.openxmlformats.org/drawingml/2006/main" noGrp="1"/>
          </p:cNvSpPr>
          <p:nvPr/>
        </p:nvSpPr>
        <p:spPr>
          <a:xfrm xmlns:a="http://schemas.openxmlformats.org/drawingml/2006/main">
            <a:off x="1066800" y="2324100"/>
            <a:ext cx="4699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025" b="1">
                <a:solidFill>
                  <a:srgbClr val="202431"/>
                </a:solidFill>
                <a:latin typeface="Arial"/>
                <a:ea typeface="Arial"/>
                <a:cs typeface="Arial"/>
              </a:defRPr>
            </a:defPPr>
            <a:lvl1pPr>
              <a:defRPr sz="2025" b="1">
                <a:solidFill>
                  <a:srgbClr val="202431"/>
                </a:solidFill>
                <a:latin typeface="Arial"/>
                <a:ea typeface="Arial"/>
                <a:cs typeface="Arial"/>
              </a:defRPr>
            </a:lvl1pPr>
            <a:lvl2pPr>
              <a:defRPr sz="2025" b="1">
                <a:solidFill>
                  <a:srgbClr val="202431"/>
                </a:solidFill>
                <a:latin typeface="Arial"/>
                <a:ea typeface="Arial"/>
                <a:cs typeface="Arial"/>
              </a:defRPr>
            </a:lvl2pPr>
            <a:lvl3pPr>
              <a:defRPr sz="2025" b="1">
                <a:solidFill>
                  <a:srgbClr val="202431"/>
                </a:solidFill>
                <a:latin typeface="Arial"/>
                <a:ea typeface="Arial"/>
                <a:cs typeface="Arial"/>
              </a:defRPr>
            </a:lvl3pPr>
            <a:lvl4pPr>
              <a:defRPr sz="2025" b="1">
                <a:solidFill>
                  <a:srgbClr val="202431"/>
                </a:solidFill>
                <a:latin typeface="Arial"/>
                <a:ea typeface="Arial"/>
                <a:cs typeface="Arial"/>
              </a:defRPr>
            </a:lvl4pPr>
            <a:lvl5pPr>
              <a:defRPr sz="2025" b="1">
                <a:solidFill>
                  <a:srgbClr val="202431"/>
                </a:solidFill>
                <a:latin typeface="Arial"/>
                <a:ea typeface="Arial"/>
                <a:cs typeface="Arial"/>
              </a:defRPr>
            </a:lvl5pPr>
            <a:lvl6pPr>
              <a:defRPr sz="2025" b="1">
                <a:solidFill>
                  <a:srgbClr val="202431"/>
                </a:solidFill>
                <a:latin typeface="Arial"/>
                <a:ea typeface="Arial"/>
                <a:cs typeface="Arial"/>
              </a:defRPr>
            </a:lvl6pPr>
            <a:lvl7pPr>
              <a:defRPr sz="2025" b="1">
                <a:solidFill>
                  <a:srgbClr val="202431"/>
                </a:solidFill>
                <a:latin typeface="Arial"/>
                <a:ea typeface="Arial"/>
                <a:cs typeface="Arial"/>
              </a:defRPr>
            </a:lvl7pPr>
            <a:lvl8pPr>
              <a:defRPr sz="2025" b="1">
                <a:solidFill>
                  <a:srgbClr val="202431"/>
                </a:solidFill>
                <a:latin typeface="Arial"/>
                <a:ea typeface="Arial"/>
                <a:cs typeface="Arial"/>
              </a:defRPr>
            </a:lvl8pPr>
            <a:lvl9pPr>
              <a:defRPr sz="2025" b="1">
                <a:solidFill>
                  <a:srgbClr val="202431"/>
                </a:solidFill>
                <a:latin typeface="Arial"/>
                <a:ea typeface="Arial"/>
                <a:cs typeface="Arial"/>
              </a:defRPr>
            </a:lvl9pPr>
          </a:lstStyle>
          <a:p xmlns:a="http://schemas.openxmlformats.org/drawingml/2006/main">
            <a:pPr marL="0" indent="0" algn="l">
              <a:lnSpc>
                <a:spcPct val="115000"/>
              </a:lnSpc>
              <a:buNone/>
              <a:defRPr sz="2025" b="1">
                <a:solidFill>
                  <a:srgbClr val="202431"/>
                </a:solidFill>
                <a:latin typeface="Arial"/>
                <a:ea typeface="Arial"/>
                <a:cs typeface="Arial"/>
              </a:defRPr>
            </a:pPr>
            <a:r>
              <a:rPr sz="2025" b="1">
                <a:solidFill>
                  <a:srgbClr val="202431"/>
                </a:solidFill>
                <a:latin typeface="Arial"/>
                <a:ea typeface="Arial"/>
                <a:cs typeface="Arial"/>
              </a:rPr>
              <a:t>Chưa biết nên học gì</a:t>
            </a:r>
            <a:endParaRPr sz="2000"/>
          </a:p>
        </p:txBody>
      </p:sp>
      <p:sp>
        <p:nvSpPr>
          <p:cNvPr id="6" name="Text 4">
            <a:extLst xmlns:a="http://schemas.openxmlformats.org/drawingml/2006/main">
              <a:ext uri="{FF2B5EF4-FFF2-40B4-BE49-F238E27FC236}">
                <a16:creationId xmlns:a16="http://schemas.microsoft.com/office/drawing/2014/main" id="{5AC1D7FD-B41C-4242-91F3-A03D44E06012}"/>
              </a:ext>
            </a:extLst>
          </p:cNvPr>
          <p:cNvSpPr>
            <a:spLocks xmlns:a="http://schemas.openxmlformats.org/drawingml/2006/main" noGrp="1"/>
          </p:cNvSpPr>
          <p:nvPr/>
        </p:nvSpPr>
        <p:spPr>
          <a:xfrm xmlns:a="http://schemas.openxmlformats.org/drawingml/2006/main">
            <a:off x="1066800" y="2794000"/>
            <a:ext cx="4699000" cy="88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535B69"/>
                </a:solidFill>
                <a:latin typeface="Arial"/>
                <a:ea typeface="Arial"/>
                <a:cs typeface="Arial"/>
              </a:defRPr>
            </a:defPPr>
            <a:lvl1pPr>
              <a:defRPr sz="1800" b="0">
                <a:solidFill>
                  <a:srgbClr val="535B69"/>
                </a:solidFill>
                <a:latin typeface="Arial"/>
                <a:ea typeface="Arial"/>
                <a:cs typeface="Arial"/>
              </a:defRPr>
            </a:lvl1pPr>
            <a:lvl2pPr>
              <a:defRPr sz="1800" b="0">
                <a:solidFill>
                  <a:srgbClr val="535B69"/>
                </a:solidFill>
                <a:latin typeface="Arial"/>
                <a:ea typeface="Arial"/>
                <a:cs typeface="Arial"/>
              </a:defRPr>
            </a:lvl2pPr>
            <a:lvl3pPr>
              <a:defRPr sz="1800" b="0">
                <a:solidFill>
                  <a:srgbClr val="535B69"/>
                </a:solidFill>
                <a:latin typeface="Arial"/>
                <a:ea typeface="Arial"/>
                <a:cs typeface="Arial"/>
              </a:defRPr>
            </a:lvl3pPr>
            <a:lvl4pPr>
              <a:defRPr sz="1800" b="0">
                <a:solidFill>
                  <a:srgbClr val="535B69"/>
                </a:solidFill>
                <a:latin typeface="Arial"/>
                <a:ea typeface="Arial"/>
                <a:cs typeface="Arial"/>
              </a:defRPr>
            </a:lvl4pPr>
            <a:lvl5pPr>
              <a:defRPr sz="1800" b="0">
                <a:solidFill>
                  <a:srgbClr val="535B69"/>
                </a:solidFill>
                <a:latin typeface="Arial"/>
                <a:ea typeface="Arial"/>
                <a:cs typeface="Arial"/>
              </a:defRPr>
            </a:lvl5pPr>
            <a:lvl6pPr>
              <a:defRPr sz="1800" b="0">
                <a:solidFill>
                  <a:srgbClr val="535B69"/>
                </a:solidFill>
                <a:latin typeface="Arial"/>
                <a:ea typeface="Arial"/>
                <a:cs typeface="Arial"/>
              </a:defRPr>
            </a:lvl6pPr>
            <a:lvl7pPr>
              <a:defRPr sz="1800" b="0">
                <a:solidFill>
                  <a:srgbClr val="535B69"/>
                </a:solidFill>
                <a:latin typeface="Arial"/>
                <a:ea typeface="Arial"/>
                <a:cs typeface="Arial"/>
              </a:defRPr>
            </a:lvl7pPr>
            <a:lvl8pPr>
              <a:defRPr sz="1800" b="0">
                <a:solidFill>
                  <a:srgbClr val="535B69"/>
                </a:solidFill>
                <a:latin typeface="Arial"/>
                <a:ea typeface="Arial"/>
                <a:cs typeface="Arial"/>
              </a:defRPr>
            </a:lvl8pPr>
            <a:lvl9pPr>
              <a:defRPr sz="1800" b="0">
                <a:solidFill>
                  <a:srgbClr val="535B69"/>
                </a:solidFill>
                <a:latin typeface="Arial"/>
                <a:ea typeface="Arial"/>
                <a:cs typeface="Arial"/>
              </a:defRPr>
            </a:lvl9pPr>
          </a:lstStyle>
          <a:p xmlns:a="http://schemas.openxmlformats.org/drawingml/2006/main">
            <a:pPr marL="0" indent="0" algn="l">
              <a:lnSpc>
                <a:spcPct val="130000"/>
              </a:lnSpc>
              <a:buNone/>
              <a:defRPr sz="1800" b="0">
                <a:solidFill>
                  <a:srgbClr val="535B69"/>
                </a:solidFill>
                <a:latin typeface="Arial"/>
                <a:ea typeface="Arial"/>
                <a:cs typeface="Arial"/>
              </a:defRPr>
            </a:pPr>
            <a:r>
              <a:rPr sz="1800" b="0">
                <a:solidFill>
                  <a:srgbClr val="535B69"/>
                </a:solidFill>
                <a:latin typeface="Arial"/>
                <a:ea typeface="Arial"/>
                <a:cs typeface="Arial"/>
              </a:rPr>
              <a:t>Người mới cần một bài vừa sức và bước tiếp theo rõ ràng.</a:t>
            </a:r>
            <a:endParaRPr sz="1400"/>
          </a:p>
        </p:txBody>
      </p:sp>
      <p:sp>
        <p:nvSpPr>
          <p:cNvPr id="7" name="Shape 5">
            <a:extLst xmlns:a="http://schemas.openxmlformats.org/drawingml/2006/main">
              <a:ext uri="{FF2B5EF4-FFF2-40B4-BE49-F238E27FC236}">
                <a16:creationId xmlns:a16="http://schemas.microsoft.com/office/drawing/2014/main" id="{ED6459BC-AA21-4CB3-8C04-69BEEA93E887}"/>
              </a:ext>
            </a:extLst>
          </p:cNvPr>
          <p:cNvSpPr>
            <a:spLocks xmlns:a="http://schemas.openxmlformats.org/drawingml/2006/main" noGrp="1"/>
          </p:cNvSpPr>
          <p:nvPr/>
        </p:nvSpPr>
        <p:spPr>
          <a:xfrm xmlns:a="http://schemas.openxmlformats.org/drawingml/2006/main">
            <a:off x="6184900" y="2095500"/>
            <a:ext cx="5194300" cy="1727200"/>
          </a:xfrm>
          <a:prstGeom xmlns:a="http://schemas.openxmlformats.org/drawingml/2006/main" prst="roundRect">
            <a:avLst>
              <a:gd name="adj" fmla="val 9000"/>
            </a:avLst>
          </a:prstGeom>
          <a:noFill xmlns:a="http://schemas.openxmlformats.org/drawingml/2006/main"/>
          <a:ln xmlns:a="http://schemas.openxmlformats.org/drawingml/2006/main" w="0">
            <a:noFill/>
          </a:ln>
        </p:spPr>
      </p:sp>
      <p:sp>
        <p:nvSpPr>
          <p:cNvPr id="8" name="Text 6">
            <a:extLst xmlns:a="http://schemas.openxmlformats.org/drawingml/2006/main">
              <a:ext uri="{FF2B5EF4-FFF2-40B4-BE49-F238E27FC236}">
                <a16:creationId xmlns:a16="http://schemas.microsoft.com/office/drawing/2014/main" id="{EE329A99-C3F3-43E5-9AF7-69A06A5C867F}"/>
              </a:ext>
            </a:extLst>
          </p:cNvPr>
          <p:cNvSpPr>
            <a:spLocks xmlns:a="http://schemas.openxmlformats.org/drawingml/2006/main" noGrp="1"/>
          </p:cNvSpPr>
          <p:nvPr/>
        </p:nvSpPr>
        <p:spPr>
          <a:xfrm xmlns:a="http://schemas.openxmlformats.org/drawingml/2006/main">
            <a:off x="6438900" y="2324100"/>
            <a:ext cx="4699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025" b="1">
                <a:solidFill>
                  <a:srgbClr val="202431"/>
                </a:solidFill>
                <a:latin typeface="Arial"/>
                <a:ea typeface="Arial"/>
                <a:cs typeface="Arial"/>
              </a:defRPr>
            </a:defPPr>
            <a:lvl1pPr>
              <a:defRPr sz="2025" b="1">
                <a:solidFill>
                  <a:srgbClr val="202431"/>
                </a:solidFill>
                <a:latin typeface="Arial"/>
                <a:ea typeface="Arial"/>
                <a:cs typeface="Arial"/>
              </a:defRPr>
            </a:lvl1pPr>
            <a:lvl2pPr>
              <a:defRPr sz="2025" b="1">
                <a:solidFill>
                  <a:srgbClr val="202431"/>
                </a:solidFill>
                <a:latin typeface="Arial"/>
                <a:ea typeface="Arial"/>
                <a:cs typeface="Arial"/>
              </a:defRPr>
            </a:lvl2pPr>
            <a:lvl3pPr>
              <a:defRPr sz="2025" b="1">
                <a:solidFill>
                  <a:srgbClr val="202431"/>
                </a:solidFill>
                <a:latin typeface="Arial"/>
                <a:ea typeface="Arial"/>
                <a:cs typeface="Arial"/>
              </a:defRPr>
            </a:lvl3pPr>
            <a:lvl4pPr>
              <a:defRPr sz="2025" b="1">
                <a:solidFill>
                  <a:srgbClr val="202431"/>
                </a:solidFill>
                <a:latin typeface="Arial"/>
                <a:ea typeface="Arial"/>
                <a:cs typeface="Arial"/>
              </a:defRPr>
            </a:lvl4pPr>
            <a:lvl5pPr>
              <a:defRPr sz="2025" b="1">
                <a:solidFill>
                  <a:srgbClr val="202431"/>
                </a:solidFill>
                <a:latin typeface="Arial"/>
                <a:ea typeface="Arial"/>
                <a:cs typeface="Arial"/>
              </a:defRPr>
            </a:lvl5pPr>
            <a:lvl6pPr>
              <a:defRPr sz="2025" b="1">
                <a:solidFill>
                  <a:srgbClr val="202431"/>
                </a:solidFill>
                <a:latin typeface="Arial"/>
                <a:ea typeface="Arial"/>
                <a:cs typeface="Arial"/>
              </a:defRPr>
            </a:lvl6pPr>
            <a:lvl7pPr>
              <a:defRPr sz="2025" b="1">
                <a:solidFill>
                  <a:srgbClr val="202431"/>
                </a:solidFill>
                <a:latin typeface="Arial"/>
                <a:ea typeface="Arial"/>
                <a:cs typeface="Arial"/>
              </a:defRPr>
            </a:lvl7pPr>
            <a:lvl8pPr>
              <a:defRPr sz="2025" b="1">
                <a:solidFill>
                  <a:srgbClr val="202431"/>
                </a:solidFill>
                <a:latin typeface="Arial"/>
                <a:ea typeface="Arial"/>
                <a:cs typeface="Arial"/>
              </a:defRPr>
            </a:lvl8pPr>
            <a:lvl9pPr>
              <a:defRPr sz="2025" b="1">
                <a:solidFill>
                  <a:srgbClr val="202431"/>
                </a:solidFill>
                <a:latin typeface="Arial"/>
                <a:ea typeface="Arial"/>
                <a:cs typeface="Arial"/>
              </a:defRPr>
            </a:lvl9pPr>
          </a:lstStyle>
          <a:p xmlns:a="http://schemas.openxmlformats.org/drawingml/2006/main">
            <a:pPr marL="0" indent="0" algn="l">
              <a:lnSpc>
                <a:spcPct val="115000"/>
              </a:lnSpc>
              <a:buNone/>
              <a:defRPr sz="2025" b="1">
                <a:solidFill>
                  <a:srgbClr val="202431"/>
                </a:solidFill>
                <a:latin typeface="Arial"/>
                <a:ea typeface="Arial"/>
                <a:cs typeface="Arial"/>
              </a:defRPr>
            </a:pPr>
            <a:r>
              <a:rPr sz="2025" b="1">
                <a:solidFill>
                  <a:srgbClr val="202431"/>
                </a:solidFill>
                <a:latin typeface="Arial"/>
                <a:ea typeface="Arial"/>
                <a:cs typeface="Arial"/>
              </a:rPr>
              <a:t>Biết từ rồi vẫn quên</a:t>
            </a:r>
            <a:endParaRPr sz="2000"/>
          </a:p>
        </p:txBody>
      </p:sp>
      <p:sp>
        <p:nvSpPr>
          <p:cNvPr id="9" name="Text 7">
            <a:extLst xmlns:a="http://schemas.openxmlformats.org/drawingml/2006/main">
              <a:ext uri="{FF2B5EF4-FFF2-40B4-BE49-F238E27FC236}">
                <a16:creationId xmlns:a16="http://schemas.microsoft.com/office/drawing/2014/main" id="{B86C0469-2F42-491E-B3B7-3970D8139347}"/>
              </a:ext>
            </a:extLst>
          </p:cNvPr>
          <p:cNvSpPr>
            <a:spLocks xmlns:a="http://schemas.openxmlformats.org/drawingml/2006/main" noGrp="1"/>
          </p:cNvSpPr>
          <p:nvPr/>
        </p:nvSpPr>
        <p:spPr>
          <a:xfrm xmlns:a="http://schemas.openxmlformats.org/drawingml/2006/main">
            <a:off x="6438900" y="2794000"/>
            <a:ext cx="4699000" cy="88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535B69"/>
                </a:solidFill>
                <a:latin typeface="Arial"/>
                <a:ea typeface="Arial"/>
                <a:cs typeface="Arial"/>
              </a:defRPr>
            </a:defPPr>
            <a:lvl1pPr>
              <a:defRPr sz="1800" b="0">
                <a:solidFill>
                  <a:srgbClr val="535B69"/>
                </a:solidFill>
                <a:latin typeface="Arial"/>
                <a:ea typeface="Arial"/>
                <a:cs typeface="Arial"/>
              </a:defRPr>
            </a:lvl1pPr>
            <a:lvl2pPr>
              <a:defRPr sz="1800" b="0">
                <a:solidFill>
                  <a:srgbClr val="535B69"/>
                </a:solidFill>
                <a:latin typeface="Arial"/>
                <a:ea typeface="Arial"/>
                <a:cs typeface="Arial"/>
              </a:defRPr>
            </a:lvl2pPr>
            <a:lvl3pPr>
              <a:defRPr sz="1800" b="0">
                <a:solidFill>
                  <a:srgbClr val="535B69"/>
                </a:solidFill>
                <a:latin typeface="Arial"/>
                <a:ea typeface="Arial"/>
                <a:cs typeface="Arial"/>
              </a:defRPr>
            </a:lvl3pPr>
            <a:lvl4pPr>
              <a:defRPr sz="1800" b="0">
                <a:solidFill>
                  <a:srgbClr val="535B69"/>
                </a:solidFill>
                <a:latin typeface="Arial"/>
                <a:ea typeface="Arial"/>
                <a:cs typeface="Arial"/>
              </a:defRPr>
            </a:lvl4pPr>
            <a:lvl5pPr>
              <a:defRPr sz="1800" b="0">
                <a:solidFill>
                  <a:srgbClr val="535B69"/>
                </a:solidFill>
                <a:latin typeface="Arial"/>
                <a:ea typeface="Arial"/>
                <a:cs typeface="Arial"/>
              </a:defRPr>
            </a:lvl5pPr>
            <a:lvl6pPr>
              <a:defRPr sz="1800" b="0">
                <a:solidFill>
                  <a:srgbClr val="535B69"/>
                </a:solidFill>
                <a:latin typeface="Arial"/>
                <a:ea typeface="Arial"/>
                <a:cs typeface="Arial"/>
              </a:defRPr>
            </a:lvl6pPr>
            <a:lvl7pPr>
              <a:defRPr sz="1800" b="0">
                <a:solidFill>
                  <a:srgbClr val="535B69"/>
                </a:solidFill>
                <a:latin typeface="Arial"/>
                <a:ea typeface="Arial"/>
                <a:cs typeface="Arial"/>
              </a:defRPr>
            </a:lvl7pPr>
            <a:lvl8pPr>
              <a:defRPr sz="1800" b="0">
                <a:solidFill>
                  <a:srgbClr val="535B69"/>
                </a:solidFill>
                <a:latin typeface="Arial"/>
                <a:ea typeface="Arial"/>
                <a:cs typeface="Arial"/>
              </a:defRPr>
            </a:lvl8pPr>
            <a:lvl9pPr>
              <a:defRPr sz="1800" b="0">
                <a:solidFill>
                  <a:srgbClr val="535B69"/>
                </a:solidFill>
                <a:latin typeface="Arial"/>
                <a:ea typeface="Arial"/>
                <a:cs typeface="Arial"/>
              </a:defRPr>
            </a:lvl9pPr>
          </a:lstStyle>
          <a:p xmlns:a="http://schemas.openxmlformats.org/drawingml/2006/main">
            <a:pPr marL="0" indent="0" algn="l">
              <a:lnSpc>
                <a:spcPct val="130000"/>
              </a:lnSpc>
              <a:buNone/>
              <a:defRPr sz="1800" b="0">
                <a:solidFill>
                  <a:srgbClr val="535B69"/>
                </a:solidFill>
                <a:latin typeface="Arial"/>
                <a:ea typeface="Arial"/>
                <a:cs typeface="Arial"/>
              </a:defRPr>
            </a:pPr>
            <a:r>
              <a:rPr sz="1800" b="0">
                <a:solidFill>
                  <a:srgbClr val="535B69"/>
                </a:solidFill>
                <a:latin typeface="Arial"/>
                <a:ea typeface="Arial"/>
                <a:cs typeface="Arial"/>
              </a:rPr>
              <a:t>Từ đã học cần trở lại đúng lúc, thay vì ôn một danh sách cố định.</a:t>
            </a:r>
            <a:endParaRPr sz="1400"/>
          </a:p>
        </p:txBody>
      </p:sp>
      <p:sp>
        <p:nvSpPr>
          <p:cNvPr id="10" name="Shape 8">
            <a:extLst xmlns:a="http://schemas.openxmlformats.org/drawingml/2006/main">
              <a:ext uri="{FF2B5EF4-FFF2-40B4-BE49-F238E27FC236}">
                <a16:creationId xmlns:a16="http://schemas.microsoft.com/office/drawing/2014/main" id="{EEF9F3D6-57CA-4A45-BC59-EF1148E31C7A}"/>
              </a:ext>
            </a:extLst>
          </p:cNvPr>
          <p:cNvSpPr>
            <a:spLocks xmlns:a="http://schemas.openxmlformats.org/drawingml/2006/main" noGrp="1"/>
          </p:cNvSpPr>
          <p:nvPr/>
        </p:nvSpPr>
        <p:spPr>
          <a:xfrm xmlns:a="http://schemas.openxmlformats.org/drawingml/2006/main">
            <a:off x="812800" y="4000500"/>
            <a:ext cx="5194300" cy="1727200"/>
          </a:xfrm>
          <a:prstGeom xmlns:a="http://schemas.openxmlformats.org/drawingml/2006/main" prst="roundRect">
            <a:avLst>
              <a:gd name="adj" fmla="val 9000"/>
            </a:avLst>
          </a:prstGeom>
          <a:noFill xmlns:a="http://schemas.openxmlformats.org/drawingml/2006/main"/>
          <a:ln xmlns:a="http://schemas.openxmlformats.org/drawingml/2006/main" w="0">
            <a:noFill/>
          </a:ln>
        </p:spPr>
      </p:sp>
      <p:sp>
        <p:nvSpPr>
          <p:cNvPr id="11" name="Text 9">
            <a:extLst xmlns:a="http://schemas.openxmlformats.org/drawingml/2006/main">
              <a:ext uri="{FF2B5EF4-FFF2-40B4-BE49-F238E27FC236}">
                <a16:creationId xmlns:a16="http://schemas.microsoft.com/office/drawing/2014/main" id="{3F0E2D3F-DE56-4BC2-818E-592BB29C0021}"/>
              </a:ext>
            </a:extLst>
          </p:cNvPr>
          <p:cNvSpPr>
            <a:spLocks xmlns:a="http://schemas.openxmlformats.org/drawingml/2006/main" noGrp="1"/>
          </p:cNvSpPr>
          <p:nvPr/>
        </p:nvSpPr>
        <p:spPr>
          <a:xfrm xmlns:a="http://schemas.openxmlformats.org/drawingml/2006/main">
            <a:off x="1066800" y="4229100"/>
            <a:ext cx="4699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025" b="1">
                <a:solidFill>
                  <a:srgbClr val="202431"/>
                </a:solidFill>
                <a:latin typeface="Arial"/>
                <a:ea typeface="Arial"/>
                <a:cs typeface="Arial"/>
              </a:defRPr>
            </a:defPPr>
            <a:lvl1pPr>
              <a:defRPr sz="2025" b="1">
                <a:solidFill>
                  <a:srgbClr val="202431"/>
                </a:solidFill>
                <a:latin typeface="Arial"/>
                <a:ea typeface="Arial"/>
                <a:cs typeface="Arial"/>
              </a:defRPr>
            </a:lvl1pPr>
            <a:lvl2pPr>
              <a:defRPr sz="2025" b="1">
                <a:solidFill>
                  <a:srgbClr val="202431"/>
                </a:solidFill>
                <a:latin typeface="Arial"/>
                <a:ea typeface="Arial"/>
                <a:cs typeface="Arial"/>
              </a:defRPr>
            </a:lvl2pPr>
            <a:lvl3pPr>
              <a:defRPr sz="2025" b="1">
                <a:solidFill>
                  <a:srgbClr val="202431"/>
                </a:solidFill>
                <a:latin typeface="Arial"/>
                <a:ea typeface="Arial"/>
                <a:cs typeface="Arial"/>
              </a:defRPr>
            </a:lvl3pPr>
            <a:lvl4pPr>
              <a:defRPr sz="2025" b="1">
                <a:solidFill>
                  <a:srgbClr val="202431"/>
                </a:solidFill>
                <a:latin typeface="Arial"/>
                <a:ea typeface="Arial"/>
                <a:cs typeface="Arial"/>
              </a:defRPr>
            </a:lvl4pPr>
            <a:lvl5pPr>
              <a:defRPr sz="2025" b="1">
                <a:solidFill>
                  <a:srgbClr val="202431"/>
                </a:solidFill>
                <a:latin typeface="Arial"/>
                <a:ea typeface="Arial"/>
                <a:cs typeface="Arial"/>
              </a:defRPr>
            </a:lvl5pPr>
            <a:lvl6pPr>
              <a:defRPr sz="2025" b="1">
                <a:solidFill>
                  <a:srgbClr val="202431"/>
                </a:solidFill>
                <a:latin typeface="Arial"/>
                <a:ea typeface="Arial"/>
                <a:cs typeface="Arial"/>
              </a:defRPr>
            </a:lvl6pPr>
            <a:lvl7pPr>
              <a:defRPr sz="2025" b="1">
                <a:solidFill>
                  <a:srgbClr val="202431"/>
                </a:solidFill>
                <a:latin typeface="Arial"/>
                <a:ea typeface="Arial"/>
                <a:cs typeface="Arial"/>
              </a:defRPr>
            </a:lvl7pPr>
            <a:lvl8pPr>
              <a:defRPr sz="2025" b="1">
                <a:solidFill>
                  <a:srgbClr val="202431"/>
                </a:solidFill>
                <a:latin typeface="Arial"/>
                <a:ea typeface="Arial"/>
                <a:cs typeface="Arial"/>
              </a:defRPr>
            </a:lvl8pPr>
            <a:lvl9pPr>
              <a:defRPr sz="2025" b="1">
                <a:solidFill>
                  <a:srgbClr val="202431"/>
                </a:solidFill>
                <a:latin typeface="Arial"/>
                <a:ea typeface="Arial"/>
                <a:cs typeface="Arial"/>
              </a:defRPr>
            </a:lvl9pPr>
          </a:lstStyle>
          <a:p xmlns:a="http://schemas.openxmlformats.org/drawingml/2006/main">
            <a:pPr marL="0" indent="0" algn="l">
              <a:lnSpc>
                <a:spcPct val="115000"/>
              </a:lnSpc>
              <a:buNone/>
              <a:defRPr sz="2025" b="1">
                <a:solidFill>
                  <a:srgbClr val="202431"/>
                </a:solidFill>
                <a:latin typeface="Arial"/>
                <a:ea typeface="Arial"/>
                <a:cs typeface="Arial"/>
              </a:defRPr>
            </a:pPr>
            <a:r>
              <a:rPr sz="2025" b="1">
                <a:solidFill>
                  <a:srgbClr val="202431"/>
                </a:solidFill>
                <a:latin typeface="Arial"/>
                <a:ea typeface="Arial"/>
                <a:cs typeface="Arial"/>
              </a:rPr>
              <a:t>Chữ Hán khó liên hệ</a:t>
            </a:r>
            <a:endParaRPr sz="2000"/>
          </a:p>
        </p:txBody>
      </p:sp>
      <p:sp>
        <p:nvSpPr>
          <p:cNvPr id="12" name="Text 10">
            <a:extLst xmlns:a="http://schemas.openxmlformats.org/drawingml/2006/main">
              <a:ext uri="{FF2B5EF4-FFF2-40B4-BE49-F238E27FC236}">
                <a16:creationId xmlns:a16="http://schemas.microsoft.com/office/drawing/2014/main" id="{5D31CDCA-27DA-4FB8-833F-7C16CFB75D0E}"/>
              </a:ext>
            </a:extLst>
          </p:cNvPr>
          <p:cNvSpPr>
            <a:spLocks xmlns:a="http://schemas.openxmlformats.org/drawingml/2006/main" noGrp="1"/>
          </p:cNvSpPr>
          <p:nvPr/>
        </p:nvSpPr>
        <p:spPr>
          <a:xfrm xmlns:a="http://schemas.openxmlformats.org/drawingml/2006/main">
            <a:off x="1066800" y="4699000"/>
            <a:ext cx="4699000" cy="88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535B69"/>
                </a:solidFill>
                <a:latin typeface="Arial"/>
                <a:ea typeface="Arial"/>
                <a:cs typeface="Arial"/>
              </a:defRPr>
            </a:defPPr>
            <a:lvl1pPr>
              <a:defRPr sz="1800" b="0">
                <a:solidFill>
                  <a:srgbClr val="535B69"/>
                </a:solidFill>
                <a:latin typeface="Arial"/>
                <a:ea typeface="Arial"/>
                <a:cs typeface="Arial"/>
              </a:defRPr>
            </a:lvl1pPr>
            <a:lvl2pPr>
              <a:defRPr sz="1800" b="0">
                <a:solidFill>
                  <a:srgbClr val="535B69"/>
                </a:solidFill>
                <a:latin typeface="Arial"/>
                <a:ea typeface="Arial"/>
                <a:cs typeface="Arial"/>
              </a:defRPr>
            </a:lvl2pPr>
            <a:lvl3pPr>
              <a:defRPr sz="1800" b="0">
                <a:solidFill>
                  <a:srgbClr val="535B69"/>
                </a:solidFill>
                <a:latin typeface="Arial"/>
                <a:ea typeface="Arial"/>
                <a:cs typeface="Arial"/>
              </a:defRPr>
            </a:lvl3pPr>
            <a:lvl4pPr>
              <a:defRPr sz="1800" b="0">
                <a:solidFill>
                  <a:srgbClr val="535B69"/>
                </a:solidFill>
                <a:latin typeface="Arial"/>
                <a:ea typeface="Arial"/>
                <a:cs typeface="Arial"/>
              </a:defRPr>
            </a:lvl4pPr>
            <a:lvl5pPr>
              <a:defRPr sz="1800" b="0">
                <a:solidFill>
                  <a:srgbClr val="535B69"/>
                </a:solidFill>
                <a:latin typeface="Arial"/>
                <a:ea typeface="Arial"/>
                <a:cs typeface="Arial"/>
              </a:defRPr>
            </a:lvl5pPr>
            <a:lvl6pPr>
              <a:defRPr sz="1800" b="0">
                <a:solidFill>
                  <a:srgbClr val="535B69"/>
                </a:solidFill>
                <a:latin typeface="Arial"/>
                <a:ea typeface="Arial"/>
                <a:cs typeface="Arial"/>
              </a:defRPr>
            </a:lvl6pPr>
            <a:lvl7pPr>
              <a:defRPr sz="1800" b="0">
                <a:solidFill>
                  <a:srgbClr val="535B69"/>
                </a:solidFill>
                <a:latin typeface="Arial"/>
                <a:ea typeface="Arial"/>
                <a:cs typeface="Arial"/>
              </a:defRPr>
            </a:lvl7pPr>
            <a:lvl8pPr>
              <a:defRPr sz="1800" b="0">
                <a:solidFill>
                  <a:srgbClr val="535B69"/>
                </a:solidFill>
                <a:latin typeface="Arial"/>
                <a:ea typeface="Arial"/>
                <a:cs typeface="Arial"/>
              </a:defRPr>
            </a:lvl8pPr>
            <a:lvl9pPr>
              <a:defRPr sz="1800" b="0">
                <a:solidFill>
                  <a:srgbClr val="535B69"/>
                </a:solidFill>
                <a:latin typeface="Arial"/>
                <a:ea typeface="Arial"/>
                <a:cs typeface="Arial"/>
              </a:defRPr>
            </a:lvl9pPr>
          </a:lstStyle>
          <a:p xmlns:a="http://schemas.openxmlformats.org/drawingml/2006/main">
            <a:pPr marL="0" indent="0" algn="l">
              <a:lnSpc>
                <a:spcPct val="130000"/>
              </a:lnSpc>
              <a:buNone/>
              <a:defRPr sz="1800" b="0">
                <a:solidFill>
                  <a:srgbClr val="535B69"/>
                </a:solidFill>
                <a:latin typeface="Arial"/>
                <a:ea typeface="Arial"/>
                <a:cs typeface="Arial"/>
              </a:defRPr>
            </a:pPr>
            <a:r>
              <a:rPr sz="1800" b="0">
                <a:solidFill>
                  <a:srgbClr val="535B69"/>
                </a:solidFill>
                <a:latin typeface="Arial"/>
                <a:ea typeface="Arial"/>
                <a:cs typeface="Arial"/>
              </a:rPr>
              <a:t>Người học cần nối mặt chữ với nghĩa, âm đọc và cách viết.</a:t>
            </a:r>
            <a:endParaRPr sz="1400"/>
          </a:p>
        </p:txBody>
      </p:sp>
      <p:sp>
        <p:nvSpPr>
          <p:cNvPr id="13" name="Shape 11">
            <a:extLst xmlns:a="http://schemas.openxmlformats.org/drawingml/2006/main">
              <a:ext uri="{FF2B5EF4-FFF2-40B4-BE49-F238E27FC236}">
                <a16:creationId xmlns:a16="http://schemas.microsoft.com/office/drawing/2014/main" id="{9E1C3229-67CE-469A-9650-9954BEC673B6}"/>
              </a:ext>
            </a:extLst>
          </p:cNvPr>
          <p:cNvSpPr>
            <a:spLocks xmlns:a="http://schemas.openxmlformats.org/drawingml/2006/main" noGrp="1"/>
          </p:cNvSpPr>
          <p:nvPr/>
        </p:nvSpPr>
        <p:spPr>
          <a:xfrm xmlns:a="http://schemas.openxmlformats.org/drawingml/2006/main">
            <a:off x="6184900" y="4000500"/>
            <a:ext cx="5194300" cy="1727200"/>
          </a:xfrm>
          <a:prstGeom xmlns:a="http://schemas.openxmlformats.org/drawingml/2006/main" prst="roundRect">
            <a:avLst>
              <a:gd name="adj" fmla="val 9000"/>
            </a:avLst>
          </a:prstGeom>
          <a:noFill xmlns:a="http://schemas.openxmlformats.org/drawingml/2006/main"/>
          <a:ln xmlns:a="http://schemas.openxmlformats.org/drawingml/2006/main" w="0">
            <a:noFill/>
          </a:ln>
        </p:spPr>
      </p:sp>
      <p:sp>
        <p:nvSpPr>
          <p:cNvPr id="14" name="Text 12">
            <a:extLst xmlns:a="http://schemas.openxmlformats.org/drawingml/2006/main">
              <a:ext uri="{FF2B5EF4-FFF2-40B4-BE49-F238E27FC236}">
                <a16:creationId xmlns:a16="http://schemas.microsoft.com/office/drawing/2014/main" id="{BD5D4C43-4148-4A67-A7A7-4AE1944031B4}"/>
              </a:ext>
            </a:extLst>
          </p:cNvPr>
          <p:cNvSpPr>
            <a:spLocks xmlns:a="http://schemas.openxmlformats.org/drawingml/2006/main" noGrp="1"/>
          </p:cNvSpPr>
          <p:nvPr/>
        </p:nvSpPr>
        <p:spPr>
          <a:xfrm xmlns:a="http://schemas.openxmlformats.org/drawingml/2006/main">
            <a:off x="6438900" y="4229100"/>
            <a:ext cx="4699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025" b="1">
                <a:solidFill>
                  <a:srgbClr val="202431"/>
                </a:solidFill>
                <a:latin typeface="Arial"/>
                <a:ea typeface="Arial"/>
                <a:cs typeface="Arial"/>
              </a:defRPr>
            </a:defPPr>
            <a:lvl1pPr>
              <a:defRPr sz="2025" b="1">
                <a:solidFill>
                  <a:srgbClr val="202431"/>
                </a:solidFill>
                <a:latin typeface="Arial"/>
                <a:ea typeface="Arial"/>
                <a:cs typeface="Arial"/>
              </a:defRPr>
            </a:lvl1pPr>
            <a:lvl2pPr>
              <a:defRPr sz="2025" b="1">
                <a:solidFill>
                  <a:srgbClr val="202431"/>
                </a:solidFill>
                <a:latin typeface="Arial"/>
                <a:ea typeface="Arial"/>
                <a:cs typeface="Arial"/>
              </a:defRPr>
            </a:lvl2pPr>
            <a:lvl3pPr>
              <a:defRPr sz="2025" b="1">
                <a:solidFill>
                  <a:srgbClr val="202431"/>
                </a:solidFill>
                <a:latin typeface="Arial"/>
                <a:ea typeface="Arial"/>
                <a:cs typeface="Arial"/>
              </a:defRPr>
            </a:lvl3pPr>
            <a:lvl4pPr>
              <a:defRPr sz="2025" b="1">
                <a:solidFill>
                  <a:srgbClr val="202431"/>
                </a:solidFill>
                <a:latin typeface="Arial"/>
                <a:ea typeface="Arial"/>
                <a:cs typeface="Arial"/>
              </a:defRPr>
            </a:lvl4pPr>
            <a:lvl5pPr>
              <a:defRPr sz="2025" b="1">
                <a:solidFill>
                  <a:srgbClr val="202431"/>
                </a:solidFill>
                <a:latin typeface="Arial"/>
                <a:ea typeface="Arial"/>
                <a:cs typeface="Arial"/>
              </a:defRPr>
            </a:lvl5pPr>
            <a:lvl6pPr>
              <a:defRPr sz="2025" b="1">
                <a:solidFill>
                  <a:srgbClr val="202431"/>
                </a:solidFill>
                <a:latin typeface="Arial"/>
                <a:ea typeface="Arial"/>
                <a:cs typeface="Arial"/>
              </a:defRPr>
            </a:lvl6pPr>
            <a:lvl7pPr>
              <a:defRPr sz="2025" b="1">
                <a:solidFill>
                  <a:srgbClr val="202431"/>
                </a:solidFill>
                <a:latin typeface="Arial"/>
                <a:ea typeface="Arial"/>
                <a:cs typeface="Arial"/>
              </a:defRPr>
            </a:lvl7pPr>
            <a:lvl8pPr>
              <a:defRPr sz="2025" b="1">
                <a:solidFill>
                  <a:srgbClr val="202431"/>
                </a:solidFill>
                <a:latin typeface="Arial"/>
                <a:ea typeface="Arial"/>
                <a:cs typeface="Arial"/>
              </a:defRPr>
            </a:lvl8pPr>
            <a:lvl9pPr>
              <a:defRPr sz="2025" b="1">
                <a:solidFill>
                  <a:srgbClr val="202431"/>
                </a:solidFill>
                <a:latin typeface="Arial"/>
                <a:ea typeface="Arial"/>
                <a:cs typeface="Arial"/>
              </a:defRPr>
            </a:lvl9pPr>
          </a:lstStyle>
          <a:p xmlns:a="http://schemas.openxmlformats.org/drawingml/2006/main">
            <a:pPr marL="0" indent="0" algn="l">
              <a:lnSpc>
                <a:spcPct val="115000"/>
              </a:lnSpc>
              <a:buNone/>
              <a:defRPr sz="2025" b="1">
                <a:solidFill>
                  <a:srgbClr val="202431"/>
                </a:solidFill>
                <a:latin typeface="Arial"/>
                <a:ea typeface="Arial"/>
                <a:cs typeface="Arial"/>
              </a:defRPr>
            </a:pPr>
            <a:r>
              <a:rPr sz="2025" b="1">
                <a:solidFill>
                  <a:srgbClr val="202431"/>
                </a:solidFill>
                <a:latin typeface="Arial"/>
                <a:ea typeface="Arial"/>
                <a:cs typeface="Arial"/>
              </a:rPr>
              <a:t>Khó tự sửa thanh điệu</a:t>
            </a:r>
            <a:endParaRPr sz="2000"/>
          </a:p>
        </p:txBody>
      </p:sp>
      <p:sp>
        <p:nvSpPr>
          <p:cNvPr id="15" name="Text 13">
            <a:extLst xmlns:a="http://schemas.openxmlformats.org/drawingml/2006/main">
              <a:ext uri="{FF2B5EF4-FFF2-40B4-BE49-F238E27FC236}">
                <a16:creationId xmlns:a16="http://schemas.microsoft.com/office/drawing/2014/main" id="{C1B90605-7DE7-4217-AF34-65A2517D695E}"/>
              </a:ext>
            </a:extLst>
          </p:cNvPr>
          <p:cNvSpPr>
            <a:spLocks xmlns:a="http://schemas.openxmlformats.org/drawingml/2006/main" noGrp="1"/>
          </p:cNvSpPr>
          <p:nvPr/>
        </p:nvSpPr>
        <p:spPr>
          <a:xfrm xmlns:a="http://schemas.openxmlformats.org/drawingml/2006/main">
            <a:off x="6438900" y="4699000"/>
            <a:ext cx="4699000" cy="88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535B69"/>
                </a:solidFill>
                <a:latin typeface="Arial"/>
                <a:ea typeface="Arial"/>
                <a:cs typeface="Arial"/>
              </a:defRPr>
            </a:defPPr>
            <a:lvl1pPr>
              <a:defRPr sz="1800" b="0">
                <a:solidFill>
                  <a:srgbClr val="535B69"/>
                </a:solidFill>
                <a:latin typeface="Arial"/>
                <a:ea typeface="Arial"/>
                <a:cs typeface="Arial"/>
              </a:defRPr>
            </a:lvl1pPr>
            <a:lvl2pPr>
              <a:defRPr sz="1800" b="0">
                <a:solidFill>
                  <a:srgbClr val="535B69"/>
                </a:solidFill>
                <a:latin typeface="Arial"/>
                <a:ea typeface="Arial"/>
                <a:cs typeface="Arial"/>
              </a:defRPr>
            </a:lvl2pPr>
            <a:lvl3pPr>
              <a:defRPr sz="1800" b="0">
                <a:solidFill>
                  <a:srgbClr val="535B69"/>
                </a:solidFill>
                <a:latin typeface="Arial"/>
                <a:ea typeface="Arial"/>
                <a:cs typeface="Arial"/>
              </a:defRPr>
            </a:lvl3pPr>
            <a:lvl4pPr>
              <a:defRPr sz="1800" b="0">
                <a:solidFill>
                  <a:srgbClr val="535B69"/>
                </a:solidFill>
                <a:latin typeface="Arial"/>
                <a:ea typeface="Arial"/>
                <a:cs typeface="Arial"/>
              </a:defRPr>
            </a:lvl4pPr>
            <a:lvl5pPr>
              <a:defRPr sz="1800" b="0">
                <a:solidFill>
                  <a:srgbClr val="535B69"/>
                </a:solidFill>
                <a:latin typeface="Arial"/>
                <a:ea typeface="Arial"/>
                <a:cs typeface="Arial"/>
              </a:defRPr>
            </a:lvl5pPr>
            <a:lvl6pPr>
              <a:defRPr sz="1800" b="0">
                <a:solidFill>
                  <a:srgbClr val="535B69"/>
                </a:solidFill>
                <a:latin typeface="Arial"/>
                <a:ea typeface="Arial"/>
                <a:cs typeface="Arial"/>
              </a:defRPr>
            </a:lvl6pPr>
            <a:lvl7pPr>
              <a:defRPr sz="1800" b="0">
                <a:solidFill>
                  <a:srgbClr val="535B69"/>
                </a:solidFill>
                <a:latin typeface="Arial"/>
                <a:ea typeface="Arial"/>
                <a:cs typeface="Arial"/>
              </a:defRPr>
            </a:lvl7pPr>
            <a:lvl8pPr>
              <a:defRPr sz="1800" b="0">
                <a:solidFill>
                  <a:srgbClr val="535B69"/>
                </a:solidFill>
                <a:latin typeface="Arial"/>
                <a:ea typeface="Arial"/>
                <a:cs typeface="Arial"/>
              </a:defRPr>
            </a:lvl8pPr>
            <a:lvl9pPr>
              <a:defRPr sz="1800" b="0">
                <a:solidFill>
                  <a:srgbClr val="535B69"/>
                </a:solidFill>
                <a:latin typeface="Arial"/>
                <a:ea typeface="Arial"/>
                <a:cs typeface="Arial"/>
              </a:defRPr>
            </a:lvl9pPr>
          </a:lstStyle>
          <a:p xmlns:a="http://schemas.openxmlformats.org/drawingml/2006/main">
            <a:pPr marL="0" indent="0" algn="l">
              <a:lnSpc>
                <a:spcPct val="130000"/>
              </a:lnSpc>
              <a:buNone/>
              <a:defRPr sz="1800" b="0">
                <a:solidFill>
                  <a:srgbClr val="535B69"/>
                </a:solidFill>
                <a:latin typeface="Arial"/>
                <a:ea typeface="Arial"/>
                <a:cs typeface="Arial"/>
              </a:defRPr>
            </a:pPr>
            <a:r>
              <a:rPr sz="1800" b="0">
                <a:solidFill>
                  <a:srgbClr val="535B69"/>
                </a:solidFill>
                <a:latin typeface="Arial"/>
                <a:ea typeface="Arial"/>
                <a:cs typeface="Arial"/>
              </a:rPr>
              <a:t>Nghe mẫu chưa đủ để biết giọng đọc của mình đang lệch ở đâu.</a:t>
            </a:r>
            <a:endParaRPr sz="1400"/>
          </a:p>
        </p:txBody>
      </p:sp>
      <p:sp>
        <p:nvSpPr>
          <p:cNvPr id="16" name="Text 14">
            <a:extLst xmlns:a="http://schemas.openxmlformats.org/drawingml/2006/main">
              <a:ext uri="{FF2B5EF4-FFF2-40B4-BE49-F238E27FC236}">
                <a16:creationId xmlns:a16="http://schemas.microsoft.com/office/drawing/2014/main" id="{84AB80EE-4737-4C24-BA43-C7779C1E6B8F}"/>
              </a:ext>
            </a:extLst>
          </p:cNvPr>
          <p:cNvSpPr>
            <a:spLocks xmlns:a="http://schemas.openxmlformats.org/drawingml/2006/main" noGrp="1"/>
          </p:cNvSpPr>
          <p:nvPr/>
        </p:nvSpPr>
        <p:spPr>
          <a:xfrm xmlns:a="http://schemas.openxmlformats.org/drawingml/2006/main">
            <a:off x="812800" y="6223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5B6271"/>
                </a:solidFill>
                <a:latin typeface="Arial"/>
                <a:ea typeface="Arial"/>
                <a:cs typeface="Arial"/>
              </a:rPr>
              <a:t/>
            </a:r>
            <a:endParaRPr sz="1200"/>
          </a:p>
        </p:txBody>
      </p:sp>
      <p:sp>
        <p:nvSpPr>
          <p:cNvPr id="17" name="">
            <a:extLst xmlns:a="http://schemas.openxmlformats.org/drawingml/2006/main">
              <a:ext uri="{FF2B5EF4-FFF2-40B4-BE49-F238E27FC236}">
                <a16:creationId xmlns:a16="http://schemas.microsoft.com/office/drawing/2014/main" id="{511D07A8-A24A-4A11-BE04-4CCD59006B52}"/>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02</a:t>
            </a:r>
          </a:p>
        </p:txBody>
      </p:sp>
    </p:spTree>
    <p:extLst>
      <p:ext uri="{BB962C8B-B14F-4D97-AF65-F5344CB8AC3E}">
        <p14:creationId xmlns:p14="http://schemas.microsoft.com/office/powerpoint/2010/main" val="751487703"/>
      </p:ext>
    </p:extLst>
  </p:cSld>
</p:sld>
</file>

<file path=ppt/slides/slide3.xml><?xml version="1.0" encoding="utf-8"?>
<p:sld xmlns:p="http://schemas.openxmlformats.org/presentationml/2006/main">
  <p:cSld>
    <p:bg>
      <p:bgPr>
        <a:solidFill xmlns:a="http://schemas.openxmlformats.org/drawingml/2006/main">
          <a:srgbClr val="BD2B1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D13B5E-BE2C-4A8B-AD5C-80E513B0C606}"/>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125" b="1">
                <a:solidFill>
                  <a:srgbClr val="FAF5EE"/>
                </a:solidFill>
                <a:latin typeface="Arial"/>
                <a:ea typeface="Arial"/>
                <a:cs typeface="Arial"/>
              </a:defRPr>
            </a:defPPr>
            <a:lvl1pPr>
              <a:defRPr sz="1125" b="1">
                <a:solidFill>
                  <a:srgbClr val="FAF5EE"/>
                </a:solidFill>
                <a:latin typeface="Arial"/>
                <a:ea typeface="Arial"/>
                <a:cs typeface="Arial"/>
              </a:defRPr>
            </a:lvl1pPr>
            <a:lvl2pPr>
              <a:defRPr sz="1125" b="1">
                <a:solidFill>
                  <a:srgbClr val="FAF5EE"/>
                </a:solidFill>
                <a:latin typeface="Arial"/>
                <a:ea typeface="Arial"/>
                <a:cs typeface="Arial"/>
              </a:defRPr>
            </a:lvl2pPr>
            <a:lvl3pPr>
              <a:defRPr sz="1125" b="1">
                <a:solidFill>
                  <a:srgbClr val="FAF5EE"/>
                </a:solidFill>
                <a:latin typeface="Arial"/>
                <a:ea typeface="Arial"/>
                <a:cs typeface="Arial"/>
              </a:defRPr>
            </a:lvl3pPr>
            <a:lvl4pPr>
              <a:defRPr sz="1125" b="1">
                <a:solidFill>
                  <a:srgbClr val="FAF5EE"/>
                </a:solidFill>
                <a:latin typeface="Arial"/>
                <a:ea typeface="Arial"/>
                <a:cs typeface="Arial"/>
              </a:defRPr>
            </a:lvl4pPr>
            <a:lvl5pPr>
              <a:defRPr sz="1125" b="1">
                <a:solidFill>
                  <a:srgbClr val="FAF5EE"/>
                </a:solidFill>
                <a:latin typeface="Arial"/>
                <a:ea typeface="Arial"/>
                <a:cs typeface="Arial"/>
              </a:defRPr>
            </a:lvl5pPr>
            <a:lvl6pPr>
              <a:defRPr sz="1125" b="1">
                <a:solidFill>
                  <a:srgbClr val="FAF5EE"/>
                </a:solidFill>
                <a:latin typeface="Arial"/>
                <a:ea typeface="Arial"/>
                <a:cs typeface="Arial"/>
              </a:defRPr>
            </a:lvl6pPr>
            <a:lvl7pPr>
              <a:defRPr sz="1125" b="1">
                <a:solidFill>
                  <a:srgbClr val="FAF5EE"/>
                </a:solidFill>
                <a:latin typeface="Arial"/>
                <a:ea typeface="Arial"/>
                <a:cs typeface="Arial"/>
              </a:defRPr>
            </a:lvl7pPr>
            <a:lvl8pPr>
              <a:defRPr sz="1125" b="1">
                <a:solidFill>
                  <a:srgbClr val="FAF5EE"/>
                </a:solidFill>
                <a:latin typeface="Arial"/>
                <a:ea typeface="Arial"/>
                <a:cs typeface="Arial"/>
              </a:defRPr>
            </a:lvl8pPr>
            <a:lvl9pPr>
              <a:defRPr sz="1125" b="1">
                <a:solidFill>
                  <a:srgbClr val="FAF5EE"/>
                </a:solidFill>
                <a:latin typeface="Arial"/>
                <a:ea typeface="Arial"/>
                <a:cs typeface="Arial"/>
              </a:defRPr>
            </a:lvl9pPr>
          </a:lstStyle>
          <a:p xmlns:a="http://schemas.openxmlformats.org/drawingml/2006/main">
            <a:pPr marL="0" indent="0" algn="l">
              <a:lnSpc>
                <a:spcPct val="115000"/>
              </a:lnSpc>
              <a:buNone/>
              <a:defRPr sz="1125" b="1">
                <a:solidFill>
                  <a:srgbClr val="FAF5EE"/>
                </a:solidFill>
                <a:latin typeface="Arial"/>
                <a:ea typeface="Arial"/>
                <a:cs typeface="Arial"/>
              </a:defRPr>
            </a:pPr>
            <a:r>
              <a:rPr sz="1125" b="1" spc="300">
                <a:solidFill>
                  <a:srgbClr val="FAF5EE"/>
                </a:solidFill>
                <a:latin typeface="Arial"/>
                <a:ea typeface="Arial"/>
                <a:cs typeface="Arial"/>
              </a:rPr>
              <a:t>ĐIỂM KHÁC BIỆT</a:t>
            </a:r>
            <a:endParaRPr sz="1200"/>
          </a:p>
        </p:txBody>
      </p:sp>
      <p:sp>
        <p:nvSpPr>
          <p:cNvPr id="3" name="Text 1">
            <a:extLst xmlns:a="http://schemas.openxmlformats.org/drawingml/2006/main">
              <a:ext uri="{FF2B5EF4-FFF2-40B4-BE49-F238E27FC236}">
                <a16:creationId xmlns:a16="http://schemas.microsoft.com/office/drawing/2014/main" id="{483D4BA5-4DF6-43A0-9C79-B896DECD2EA8}"/>
              </a:ext>
            </a:extLst>
          </p:cNvPr>
          <p:cNvSpPr>
            <a:spLocks xmlns:a="http://schemas.openxmlformats.org/drawingml/2006/main" noGrp="1"/>
          </p:cNvSpPr>
          <p:nvPr/>
        </p:nvSpPr>
        <p:spPr>
          <a:xfrm xmlns:a="http://schemas.openxmlformats.org/drawingml/2006/main">
            <a:off x="812800" y="1117600"/>
            <a:ext cx="105664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150" b="1">
                <a:solidFill>
                  <a:srgbClr val="FAF5EE"/>
                </a:solidFill>
                <a:latin typeface="Arial"/>
                <a:ea typeface="Arial"/>
                <a:cs typeface="Arial"/>
              </a:defRPr>
            </a:defPPr>
            <a:lvl1pPr>
              <a:defRPr sz="3150" b="1">
                <a:solidFill>
                  <a:srgbClr val="FAF5EE"/>
                </a:solidFill>
                <a:latin typeface="Arial"/>
                <a:ea typeface="Arial"/>
                <a:cs typeface="Arial"/>
              </a:defRPr>
            </a:lvl1pPr>
            <a:lvl2pPr>
              <a:defRPr sz="3150" b="1">
                <a:solidFill>
                  <a:srgbClr val="FAF5EE"/>
                </a:solidFill>
                <a:latin typeface="Arial"/>
                <a:ea typeface="Arial"/>
                <a:cs typeface="Arial"/>
              </a:defRPr>
            </a:lvl2pPr>
            <a:lvl3pPr>
              <a:defRPr sz="3150" b="1">
                <a:solidFill>
                  <a:srgbClr val="FAF5EE"/>
                </a:solidFill>
                <a:latin typeface="Arial"/>
                <a:ea typeface="Arial"/>
                <a:cs typeface="Arial"/>
              </a:defRPr>
            </a:lvl3pPr>
            <a:lvl4pPr>
              <a:defRPr sz="3150" b="1">
                <a:solidFill>
                  <a:srgbClr val="FAF5EE"/>
                </a:solidFill>
                <a:latin typeface="Arial"/>
                <a:ea typeface="Arial"/>
                <a:cs typeface="Arial"/>
              </a:defRPr>
            </a:lvl4pPr>
            <a:lvl5pPr>
              <a:defRPr sz="3150" b="1">
                <a:solidFill>
                  <a:srgbClr val="FAF5EE"/>
                </a:solidFill>
                <a:latin typeface="Arial"/>
                <a:ea typeface="Arial"/>
                <a:cs typeface="Arial"/>
              </a:defRPr>
            </a:lvl5pPr>
            <a:lvl6pPr>
              <a:defRPr sz="3150" b="1">
                <a:solidFill>
                  <a:srgbClr val="FAF5EE"/>
                </a:solidFill>
                <a:latin typeface="Arial"/>
                <a:ea typeface="Arial"/>
                <a:cs typeface="Arial"/>
              </a:defRPr>
            </a:lvl6pPr>
            <a:lvl7pPr>
              <a:defRPr sz="3150" b="1">
                <a:solidFill>
                  <a:srgbClr val="FAF5EE"/>
                </a:solidFill>
                <a:latin typeface="Arial"/>
                <a:ea typeface="Arial"/>
                <a:cs typeface="Arial"/>
              </a:defRPr>
            </a:lvl7pPr>
            <a:lvl8pPr>
              <a:defRPr sz="3150" b="1">
                <a:solidFill>
                  <a:srgbClr val="FAF5EE"/>
                </a:solidFill>
                <a:latin typeface="Arial"/>
                <a:ea typeface="Arial"/>
                <a:cs typeface="Arial"/>
              </a:defRPr>
            </a:lvl8pPr>
            <a:lvl9pPr>
              <a:defRPr sz="3150" b="1">
                <a:solidFill>
                  <a:srgbClr val="FAF5EE"/>
                </a:solidFill>
                <a:latin typeface="Arial"/>
                <a:ea typeface="Arial"/>
                <a:cs typeface="Arial"/>
              </a:defRPr>
            </a:lvl9pPr>
          </a:lstStyle>
          <a:p xmlns:a="http://schemas.openxmlformats.org/drawingml/2006/main">
            <a:pPr marL="0" indent="0" algn="l">
              <a:lnSpc>
                <a:spcPct val="105000"/>
              </a:lnSpc>
              <a:buNone/>
              <a:defRPr sz="3150" b="1">
                <a:solidFill>
                  <a:srgbClr val="FAF5EE"/>
                </a:solidFill>
                <a:latin typeface="Arial"/>
                <a:ea typeface="Arial"/>
                <a:cs typeface="Arial"/>
              </a:defRPr>
            </a:pPr>
            <a:r>
              <a:rPr sz="3150" b="1">
                <a:solidFill>
                  <a:srgbClr val="FAF5EE"/>
                </a:solidFill>
                <a:latin typeface="Arial"/>
                <a:ea typeface="Arial"/>
                <a:cs typeface="Arial"/>
              </a:rPr>
              <a:t>Âm Hán Việt giúp liên hệ nghĩa</a:t>
            </a:r>
            <a:endParaRPr sz="3600"/>
          </a:p>
        </p:txBody>
      </p:sp>
      <p:sp>
        <p:nvSpPr>
          <p:cNvPr id="4" name="Shape 2">
            <a:extLst xmlns:a="http://schemas.openxmlformats.org/drawingml/2006/main">
              <a:ext uri="{FF2B5EF4-FFF2-40B4-BE49-F238E27FC236}">
                <a16:creationId xmlns:a16="http://schemas.microsoft.com/office/drawing/2014/main" id="{77830371-2585-42E5-83EF-41E7F48DC769}"/>
              </a:ext>
            </a:extLst>
          </p:cNvPr>
          <p:cNvSpPr>
            <a:spLocks xmlns:a="http://schemas.openxmlformats.org/drawingml/2006/main" noGrp="1"/>
          </p:cNvSpPr>
          <p:nvPr/>
        </p:nvSpPr>
        <p:spPr>
          <a:xfrm xmlns:a="http://schemas.openxmlformats.org/drawingml/2006/main">
            <a:off x="812800" y="2095500"/>
            <a:ext cx="2508250" cy="1841500"/>
          </a:xfrm>
          <a:prstGeom xmlns:a="http://schemas.openxmlformats.org/drawingml/2006/main" prst="roundRect">
            <a:avLst>
              <a:gd name="adj" fmla="val 8441"/>
            </a:avLst>
          </a:prstGeom>
          <a:solidFill xmlns:a="http://schemas.openxmlformats.org/drawingml/2006/main">
            <a:srgbClr val="A8241A"/>
          </a:solidFill>
        </p:spPr>
      </p:sp>
      <p:sp>
        <p:nvSpPr>
          <p:cNvPr id="5" name="Text 3">
            <a:extLst xmlns:a="http://schemas.openxmlformats.org/drawingml/2006/main">
              <a:ext uri="{FF2B5EF4-FFF2-40B4-BE49-F238E27FC236}">
                <a16:creationId xmlns:a16="http://schemas.microsoft.com/office/drawing/2014/main" id="{BA7C250C-7A77-4663-ACAB-FFD7DA417016}"/>
              </a:ext>
            </a:extLst>
          </p:cNvPr>
          <p:cNvSpPr>
            <a:spLocks xmlns:a="http://schemas.openxmlformats.org/drawingml/2006/main" noGrp="1"/>
          </p:cNvSpPr>
          <p:nvPr/>
        </p:nvSpPr>
        <p:spPr>
          <a:xfrm xmlns:a="http://schemas.openxmlformats.org/drawingml/2006/main">
            <a:off x="812800" y="2286000"/>
            <a:ext cx="250825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4400">
                <a:solidFill>
                  <a:srgbClr val="FBF6EF"/>
                </a:solidFill>
                <a:latin typeface="Microsoft YaHei"/>
                <a:ea typeface="Microsoft YaHei"/>
                <a:cs typeface="Microsoft YaHei"/>
              </a:rPr>
              <a:t>学生</a:t>
            </a:r>
            <a:endParaRPr sz="4400"/>
          </a:p>
        </p:txBody>
      </p:sp>
      <p:sp>
        <p:nvSpPr>
          <p:cNvPr id="6" name="Text 4">
            <a:extLst xmlns:a="http://schemas.openxmlformats.org/drawingml/2006/main">
              <a:ext uri="{FF2B5EF4-FFF2-40B4-BE49-F238E27FC236}">
                <a16:creationId xmlns:a16="http://schemas.microsoft.com/office/drawing/2014/main" id="{48F91136-C42A-4CB3-8922-1AD9B1AC74DC}"/>
              </a:ext>
            </a:extLst>
          </p:cNvPr>
          <p:cNvSpPr>
            <a:spLocks xmlns:a="http://schemas.openxmlformats.org/drawingml/2006/main" noGrp="1"/>
          </p:cNvSpPr>
          <p:nvPr/>
        </p:nvSpPr>
        <p:spPr>
          <a:xfrm xmlns:a="http://schemas.openxmlformats.org/drawingml/2006/main">
            <a:off x="812800" y="3111500"/>
            <a:ext cx="250825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2000" b="1">
                <a:solidFill>
                  <a:srgbClr val="FBF6EF"/>
                </a:solidFill>
                <a:latin typeface="Arial"/>
                <a:ea typeface="Arial"/>
                <a:cs typeface="Arial"/>
              </a:rPr>
              <a:t>học sinh</a:t>
            </a:r>
            <a:endParaRPr sz="2000"/>
          </a:p>
        </p:txBody>
      </p:sp>
      <p:sp>
        <p:nvSpPr>
          <p:cNvPr id="7" name="Shape 5">
            <a:extLst xmlns:a="http://schemas.openxmlformats.org/drawingml/2006/main">
              <a:ext uri="{FF2B5EF4-FFF2-40B4-BE49-F238E27FC236}">
                <a16:creationId xmlns:a16="http://schemas.microsoft.com/office/drawing/2014/main" id="{03082929-1720-4307-AEC0-EE213FF01595}"/>
              </a:ext>
            </a:extLst>
          </p:cNvPr>
          <p:cNvSpPr>
            <a:spLocks xmlns:a="http://schemas.openxmlformats.org/drawingml/2006/main" noGrp="1"/>
          </p:cNvSpPr>
          <p:nvPr/>
        </p:nvSpPr>
        <p:spPr>
          <a:xfrm xmlns:a="http://schemas.openxmlformats.org/drawingml/2006/main">
            <a:off x="3498850" y="2095500"/>
            <a:ext cx="2508250" cy="1841500"/>
          </a:xfrm>
          <a:prstGeom xmlns:a="http://schemas.openxmlformats.org/drawingml/2006/main" prst="roundRect">
            <a:avLst>
              <a:gd name="adj" fmla="val 8441"/>
            </a:avLst>
          </a:prstGeom>
          <a:solidFill xmlns:a="http://schemas.openxmlformats.org/drawingml/2006/main">
            <a:srgbClr val="A8241A"/>
          </a:solidFill>
        </p:spPr>
      </p:sp>
      <p:sp>
        <p:nvSpPr>
          <p:cNvPr id="8" name="Text 6">
            <a:extLst xmlns:a="http://schemas.openxmlformats.org/drawingml/2006/main">
              <a:ext uri="{FF2B5EF4-FFF2-40B4-BE49-F238E27FC236}">
                <a16:creationId xmlns:a16="http://schemas.microsoft.com/office/drawing/2014/main" id="{9A08500C-173D-4017-8631-064CFD22F0AB}"/>
              </a:ext>
            </a:extLst>
          </p:cNvPr>
          <p:cNvSpPr>
            <a:spLocks xmlns:a="http://schemas.openxmlformats.org/drawingml/2006/main" noGrp="1"/>
          </p:cNvSpPr>
          <p:nvPr/>
        </p:nvSpPr>
        <p:spPr>
          <a:xfrm xmlns:a="http://schemas.openxmlformats.org/drawingml/2006/main">
            <a:off x="3498850" y="2286000"/>
            <a:ext cx="250825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4400">
                <a:solidFill>
                  <a:srgbClr val="FBF6EF"/>
                </a:solidFill>
                <a:latin typeface="Microsoft YaHei"/>
                <a:ea typeface="Microsoft YaHei"/>
                <a:cs typeface="Microsoft YaHei"/>
              </a:rPr>
              <a:t>时间</a:t>
            </a:r>
            <a:endParaRPr sz="4400"/>
          </a:p>
        </p:txBody>
      </p:sp>
      <p:sp>
        <p:nvSpPr>
          <p:cNvPr id="9" name="Text 7">
            <a:extLst xmlns:a="http://schemas.openxmlformats.org/drawingml/2006/main">
              <a:ext uri="{FF2B5EF4-FFF2-40B4-BE49-F238E27FC236}">
                <a16:creationId xmlns:a16="http://schemas.microsoft.com/office/drawing/2014/main" id="{38A2EAD4-D3D7-468E-8366-57E3E58E79A2}"/>
              </a:ext>
            </a:extLst>
          </p:cNvPr>
          <p:cNvSpPr>
            <a:spLocks xmlns:a="http://schemas.openxmlformats.org/drawingml/2006/main" noGrp="1"/>
          </p:cNvSpPr>
          <p:nvPr/>
        </p:nvSpPr>
        <p:spPr>
          <a:xfrm xmlns:a="http://schemas.openxmlformats.org/drawingml/2006/main">
            <a:off x="3498850" y="3111500"/>
            <a:ext cx="250825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2000" b="1">
                <a:solidFill>
                  <a:srgbClr val="FBF6EF"/>
                </a:solidFill>
                <a:latin typeface="Arial"/>
                <a:ea typeface="Arial"/>
                <a:cs typeface="Arial"/>
              </a:rPr>
              <a:t>thời gian</a:t>
            </a:r>
            <a:endParaRPr sz="2000"/>
          </a:p>
        </p:txBody>
      </p:sp>
      <p:sp>
        <p:nvSpPr>
          <p:cNvPr id="10" name="Shape 8">
            <a:extLst xmlns:a="http://schemas.openxmlformats.org/drawingml/2006/main">
              <a:ext uri="{FF2B5EF4-FFF2-40B4-BE49-F238E27FC236}">
                <a16:creationId xmlns:a16="http://schemas.microsoft.com/office/drawing/2014/main" id="{7BFF7C02-EF26-410A-9CA9-E7EC66A369DA}"/>
              </a:ext>
            </a:extLst>
          </p:cNvPr>
          <p:cNvSpPr>
            <a:spLocks xmlns:a="http://schemas.openxmlformats.org/drawingml/2006/main" noGrp="1"/>
          </p:cNvSpPr>
          <p:nvPr/>
        </p:nvSpPr>
        <p:spPr>
          <a:xfrm xmlns:a="http://schemas.openxmlformats.org/drawingml/2006/main">
            <a:off x="6184900" y="2095500"/>
            <a:ext cx="2508250" cy="1841500"/>
          </a:xfrm>
          <a:prstGeom xmlns:a="http://schemas.openxmlformats.org/drawingml/2006/main" prst="roundRect">
            <a:avLst>
              <a:gd name="adj" fmla="val 8441"/>
            </a:avLst>
          </a:prstGeom>
          <a:solidFill xmlns:a="http://schemas.openxmlformats.org/drawingml/2006/main">
            <a:srgbClr val="A8241A"/>
          </a:solidFill>
        </p:spPr>
      </p:sp>
      <p:sp>
        <p:nvSpPr>
          <p:cNvPr id="11" name="Text 9">
            <a:extLst xmlns:a="http://schemas.openxmlformats.org/drawingml/2006/main">
              <a:ext uri="{FF2B5EF4-FFF2-40B4-BE49-F238E27FC236}">
                <a16:creationId xmlns:a16="http://schemas.microsoft.com/office/drawing/2014/main" id="{28858F09-C402-47FB-A2D1-BD5971A47E1A}"/>
              </a:ext>
            </a:extLst>
          </p:cNvPr>
          <p:cNvSpPr>
            <a:spLocks xmlns:a="http://schemas.openxmlformats.org/drawingml/2006/main" noGrp="1"/>
          </p:cNvSpPr>
          <p:nvPr/>
        </p:nvSpPr>
        <p:spPr>
          <a:xfrm xmlns:a="http://schemas.openxmlformats.org/drawingml/2006/main">
            <a:off x="6184900" y="2286000"/>
            <a:ext cx="250825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4400">
                <a:solidFill>
                  <a:srgbClr val="FBF6EF"/>
                </a:solidFill>
                <a:latin typeface="Microsoft YaHei"/>
                <a:ea typeface="Microsoft YaHei"/>
                <a:cs typeface="Microsoft YaHei"/>
              </a:rPr>
              <a:t>国家</a:t>
            </a:r>
            <a:endParaRPr sz="4400"/>
          </a:p>
        </p:txBody>
      </p:sp>
      <p:sp>
        <p:nvSpPr>
          <p:cNvPr id="12" name="Text 10">
            <a:extLst xmlns:a="http://schemas.openxmlformats.org/drawingml/2006/main">
              <a:ext uri="{FF2B5EF4-FFF2-40B4-BE49-F238E27FC236}">
                <a16:creationId xmlns:a16="http://schemas.microsoft.com/office/drawing/2014/main" id="{0473C423-81DA-460D-B8B6-D8361764416E}"/>
              </a:ext>
            </a:extLst>
          </p:cNvPr>
          <p:cNvSpPr>
            <a:spLocks xmlns:a="http://schemas.openxmlformats.org/drawingml/2006/main" noGrp="1"/>
          </p:cNvSpPr>
          <p:nvPr/>
        </p:nvSpPr>
        <p:spPr>
          <a:xfrm xmlns:a="http://schemas.openxmlformats.org/drawingml/2006/main">
            <a:off x="6184900" y="3111500"/>
            <a:ext cx="250825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2000" b="1">
                <a:solidFill>
                  <a:srgbClr val="FBF6EF"/>
                </a:solidFill>
                <a:latin typeface="Arial"/>
                <a:ea typeface="Arial"/>
                <a:cs typeface="Arial"/>
              </a:rPr>
              <a:t>quốc gia</a:t>
            </a:r>
            <a:endParaRPr sz="2000"/>
          </a:p>
        </p:txBody>
      </p:sp>
      <p:sp>
        <p:nvSpPr>
          <p:cNvPr id="13" name="Shape 11">
            <a:extLst xmlns:a="http://schemas.openxmlformats.org/drawingml/2006/main">
              <a:ext uri="{FF2B5EF4-FFF2-40B4-BE49-F238E27FC236}">
                <a16:creationId xmlns:a16="http://schemas.microsoft.com/office/drawing/2014/main" id="{4DBA3461-01A1-422F-BB10-851618E94B19}"/>
              </a:ext>
            </a:extLst>
          </p:cNvPr>
          <p:cNvSpPr>
            <a:spLocks xmlns:a="http://schemas.openxmlformats.org/drawingml/2006/main" noGrp="1"/>
          </p:cNvSpPr>
          <p:nvPr/>
        </p:nvSpPr>
        <p:spPr>
          <a:xfrm xmlns:a="http://schemas.openxmlformats.org/drawingml/2006/main">
            <a:off x="8870950" y="2095500"/>
            <a:ext cx="2508250" cy="1841500"/>
          </a:xfrm>
          <a:prstGeom xmlns:a="http://schemas.openxmlformats.org/drawingml/2006/main" prst="roundRect">
            <a:avLst>
              <a:gd name="adj" fmla="val 8441"/>
            </a:avLst>
          </a:prstGeom>
          <a:solidFill xmlns:a="http://schemas.openxmlformats.org/drawingml/2006/main">
            <a:srgbClr val="A8241A"/>
          </a:solidFill>
        </p:spPr>
      </p:sp>
      <p:sp>
        <p:nvSpPr>
          <p:cNvPr id="14" name="Text 12">
            <a:extLst xmlns:a="http://schemas.openxmlformats.org/drawingml/2006/main">
              <a:ext uri="{FF2B5EF4-FFF2-40B4-BE49-F238E27FC236}">
                <a16:creationId xmlns:a16="http://schemas.microsoft.com/office/drawing/2014/main" id="{B2FEB2EE-2D63-49F0-ABFD-EDB330635E5B}"/>
              </a:ext>
            </a:extLst>
          </p:cNvPr>
          <p:cNvSpPr>
            <a:spLocks xmlns:a="http://schemas.openxmlformats.org/drawingml/2006/main" noGrp="1"/>
          </p:cNvSpPr>
          <p:nvPr/>
        </p:nvSpPr>
        <p:spPr>
          <a:xfrm xmlns:a="http://schemas.openxmlformats.org/drawingml/2006/main">
            <a:off x="8870950" y="2286000"/>
            <a:ext cx="250825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4400">
                <a:solidFill>
                  <a:srgbClr val="FBF6EF"/>
                </a:solidFill>
                <a:latin typeface="Microsoft YaHei"/>
                <a:ea typeface="Microsoft YaHei"/>
                <a:cs typeface="Microsoft YaHei"/>
              </a:rPr>
              <a:t>电脑</a:t>
            </a:r>
            <a:endParaRPr sz="4400"/>
          </a:p>
        </p:txBody>
      </p:sp>
      <p:sp>
        <p:nvSpPr>
          <p:cNvPr id="15" name="Text 13">
            <a:extLst xmlns:a="http://schemas.openxmlformats.org/drawingml/2006/main">
              <a:ext uri="{FF2B5EF4-FFF2-40B4-BE49-F238E27FC236}">
                <a16:creationId xmlns:a16="http://schemas.microsoft.com/office/drawing/2014/main" id="{4FA3EC80-5490-42DF-8FF3-A25CD0E1ADAF}"/>
              </a:ext>
            </a:extLst>
          </p:cNvPr>
          <p:cNvSpPr>
            <a:spLocks xmlns:a="http://schemas.openxmlformats.org/drawingml/2006/main" noGrp="1"/>
          </p:cNvSpPr>
          <p:nvPr/>
        </p:nvSpPr>
        <p:spPr>
          <a:xfrm xmlns:a="http://schemas.openxmlformats.org/drawingml/2006/main">
            <a:off x="8870950" y="3111500"/>
            <a:ext cx="250825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5000"/>
              </a:lnSpc>
              <a:buNone/>
            </a:pPr>
            <a:r>
              <a:rPr sz="2000" b="1">
                <a:solidFill>
                  <a:srgbClr val="FBF6EF"/>
                </a:solidFill>
                <a:latin typeface="Arial"/>
                <a:ea typeface="Arial"/>
                <a:cs typeface="Arial"/>
              </a:rPr>
              <a:t>điện + não</a:t>
            </a:r>
            <a:endParaRPr sz="2000"/>
          </a:p>
        </p:txBody>
      </p:sp>
      <p:sp>
        <p:nvSpPr>
          <p:cNvPr id="16" name="Text 14">
            <a:extLst xmlns:a="http://schemas.openxmlformats.org/drawingml/2006/main">
              <a:ext uri="{FF2B5EF4-FFF2-40B4-BE49-F238E27FC236}">
                <a16:creationId xmlns:a16="http://schemas.microsoft.com/office/drawing/2014/main" id="{DB1A1751-FCB0-493D-973E-6A4D5F47EAFA}"/>
              </a:ext>
            </a:extLst>
          </p:cNvPr>
          <p:cNvSpPr>
            <a:spLocks xmlns:a="http://schemas.openxmlformats.org/drawingml/2006/main" noGrp="1"/>
          </p:cNvSpPr>
          <p:nvPr/>
        </p:nvSpPr>
        <p:spPr>
          <a:xfrm xmlns:a="http://schemas.openxmlformats.org/drawingml/2006/main">
            <a:off x="8870950" y="3492500"/>
            <a:ext cx="25082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25" b="0">
                <a:solidFill>
                  <a:srgbClr val="FAF5EE"/>
                </a:solidFill>
                <a:latin typeface="Arial"/>
                <a:ea typeface="Arial"/>
                <a:cs typeface="Arial"/>
              </a:defRPr>
            </a:defPPr>
            <a:lvl1pPr>
              <a:defRPr sz="1425" b="0">
                <a:solidFill>
                  <a:srgbClr val="FAF5EE"/>
                </a:solidFill>
                <a:latin typeface="Arial"/>
                <a:ea typeface="Arial"/>
                <a:cs typeface="Arial"/>
              </a:defRPr>
            </a:lvl1pPr>
            <a:lvl2pPr>
              <a:defRPr sz="1425" b="0">
                <a:solidFill>
                  <a:srgbClr val="FAF5EE"/>
                </a:solidFill>
                <a:latin typeface="Arial"/>
                <a:ea typeface="Arial"/>
                <a:cs typeface="Arial"/>
              </a:defRPr>
            </a:lvl2pPr>
            <a:lvl3pPr>
              <a:defRPr sz="1425" b="0">
                <a:solidFill>
                  <a:srgbClr val="FAF5EE"/>
                </a:solidFill>
                <a:latin typeface="Arial"/>
                <a:ea typeface="Arial"/>
                <a:cs typeface="Arial"/>
              </a:defRPr>
            </a:lvl3pPr>
            <a:lvl4pPr>
              <a:defRPr sz="1425" b="0">
                <a:solidFill>
                  <a:srgbClr val="FAF5EE"/>
                </a:solidFill>
                <a:latin typeface="Arial"/>
                <a:ea typeface="Arial"/>
                <a:cs typeface="Arial"/>
              </a:defRPr>
            </a:lvl4pPr>
            <a:lvl5pPr>
              <a:defRPr sz="1425" b="0">
                <a:solidFill>
                  <a:srgbClr val="FAF5EE"/>
                </a:solidFill>
                <a:latin typeface="Arial"/>
                <a:ea typeface="Arial"/>
                <a:cs typeface="Arial"/>
              </a:defRPr>
            </a:lvl5pPr>
            <a:lvl6pPr>
              <a:defRPr sz="1425" b="0">
                <a:solidFill>
                  <a:srgbClr val="FAF5EE"/>
                </a:solidFill>
                <a:latin typeface="Arial"/>
                <a:ea typeface="Arial"/>
                <a:cs typeface="Arial"/>
              </a:defRPr>
            </a:lvl6pPr>
            <a:lvl7pPr>
              <a:defRPr sz="1425" b="0">
                <a:solidFill>
                  <a:srgbClr val="FAF5EE"/>
                </a:solidFill>
                <a:latin typeface="Arial"/>
                <a:ea typeface="Arial"/>
                <a:cs typeface="Arial"/>
              </a:defRPr>
            </a:lvl7pPr>
            <a:lvl8pPr>
              <a:defRPr sz="1425" b="0">
                <a:solidFill>
                  <a:srgbClr val="FAF5EE"/>
                </a:solidFill>
                <a:latin typeface="Arial"/>
                <a:ea typeface="Arial"/>
                <a:cs typeface="Arial"/>
              </a:defRPr>
            </a:lvl8pPr>
            <a:lvl9pPr>
              <a:defRPr sz="1425" b="0">
                <a:solidFill>
                  <a:srgbClr val="FAF5EE"/>
                </a:solidFill>
                <a:latin typeface="Arial"/>
                <a:ea typeface="Arial"/>
                <a:cs typeface="Arial"/>
              </a:defRPr>
            </a:lvl9pPr>
          </a:lstStyle>
          <a:p xmlns:a="http://schemas.openxmlformats.org/drawingml/2006/main">
            <a:pPr marL="0" indent="0" algn="ctr">
              <a:lnSpc>
                <a:spcPct val="115000"/>
              </a:lnSpc>
              <a:buNone/>
              <a:defRPr sz="1425" b="0">
                <a:solidFill>
                  <a:srgbClr val="FAF5EE"/>
                </a:solidFill>
                <a:latin typeface="Arial"/>
                <a:ea typeface="Arial"/>
                <a:cs typeface="Arial"/>
              </a:defRPr>
            </a:pPr>
            <a:r>
              <a:rPr sz="1425" b="0">
                <a:solidFill>
                  <a:srgbClr val="FAF5EE"/>
                </a:solidFill>
                <a:latin typeface="Arial"/>
                <a:ea typeface="Arial"/>
                <a:cs typeface="Arial"/>
              </a:rPr>
              <a:t>nghĩa: máy tính</a:t>
            </a:r>
            <a:endParaRPr sz="1300"/>
          </a:p>
        </p:txBody>
      </p:sp>
      <p:sp>
        <p:nvSpPr>
          <p:cNvPr id="17" name="Text 15">
            <a:extLst xmlns:a="http://schemas.openxmlformats.org/drawingml/2006/main">
              <a:ext uri="{FF2B5EF4-FFF2-40B4-BE49-F238E27FC236}">
                <a16:creationId xmlns:a16="http://schemas.microsoft.com/office/drawing/2014/main" id="{19CFA396-AB96-45F6-BE63-98A7017CEE24}"/>
              </a:ext>
            </a:extLst>
          </p:cNvPr>
          <p:cNvSpPr>
            <a:spLocks xmlns:a="http://schemas.openxmlformats.org/drawingml/2006/main" noGrp="1"/>
          </p:cNvSpPr>
          <p:nvPr/>
        </p:nvSpPr>
        <p:spPr>
          <a:xfrm xmlns:a="http://schemas.openxmlformats.org/drawingml/2006/main">
            <a:off x="812800" y="4381500"/>
            <a:ext cx="5080000" cy="1285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FAF5EE"/>
                </a:solidFill>
                <a:latin typeface="Arial"/>
                <a:ea typeface="Arial"/>
                <a:cs typeface="Arial"/>
              </a:defRPr>
            </a:defPPr>
            <a:lvl1pPr>
              <a:defRPr sz="1800" b="0">
                <a:solidFill>
                  <a:srgbClr val="FAF5EE"/>
                </a:solidFill>
                <a:latin typeface="Arial"/>
                <a:ea typeface="Arial"/>
                <a:cs typeface="Arial"/>
              </a:defRPr>
            </a:lvl1pPr>
            <a:lvl2pPr>
              <a:defRPr sz="1800" b="0">
                <a:solidFill>
                  <a:srgbClr val="FAF5EE"/>
                </a:solidFill>
                <a:latin typeface="Arial"/>
                <a:ea typeface="Arial"/>
                <a:cs typeface="Arial"/>
              </a:defRPr>
            </a:lvl2pPr>
            <a:lvl3pPr>
              <a:defRPr sz="1800" b="0">
                <a:solidFill>
                  <a:srgbClr val="FAF5EE"/>
                </a:solidFill>
                <a:latin typeface="Arial"/>
                <a:ea typeface="Arial"/>
                <a:cs typeface="Arial"/>
              </a:defRPr>
            </a:lvl3pPr>
            <a:lvl4pPr>
              <a:defRPr sz="1800" b="0">
                <a:solidFill>
                  <a:srgbClr val="FAF5EE"/>
                </a:solidFill>
                <a:latin typeface="Arial"/>
                <a:ea typeface="Arial"/>
                <a:cs typeface="Arial"/>
              </a:defRPr>
            </a:lvl4pPr>
            <a:lvl5pPr>
              <a:defRPr sz="1800" b="0">
                <a:solidFill>
                  <a:srgbClr val="FAF5EE"/>
                </a:solidFill>
                <a:latin typeface="Arial"/>
                <a:ea typeface="Arial"/>
                <a:cs typeface="Arial"/>
              </a:defRPr>
            </a:lvl5pPr>
            <a:lvl6pPr>
              <a:defRPr sz="1800" b="0">
                <a:solidFill>
                  <a:srgbClr val="FAF5EE"/>
                </a:solidFill>
                <a:latin typeface="Arial"/>
                <a:ea typeface="Arial"/>
                <a:cs typeface="Arial"/>
              </a:defRPr>
            </a:lvl6pPr>
            <a:lvl7pPr>
              <a:defRPr sz="1800" b="0">
                <a:solidFill>
                  <a:srgbClr val="FAF5EE"/>
                </a:solidFill>
                <a:latin typeface="Arial"/>
                <a:ea typeface="Arial"/>
                <a:cs typeface="Arial"/>
              </a:defRPr>
            </a:lvl7pPr>
            <a:lvl8pPr>
              <a:defRPr sz="1800" b="0">
                <a:solidFill>
                  <a:srgbClr val="FAF5EE"/>
                </a:solidFill>
                <a:latin typeface="Arial"/>
                <a:ea typeface="Arial"/>
                <a:cs typeface="Arial"/>
              </a:defRPr>
            </a:lvl8pPr>
            <a:lvl9pPr>
              <a:defRPr sz="1800" b="0">
                <a:solidFill>
                  <a:srgbClr val="FAF5EE"/>
                </a:solidFill>
                <a:latin typeface="Arial"/>
                <a:ea typeface="Arial"/>
                <a:cs typeface="Arial"/>
              </a:defRPr>
            </a:lvl9pPr>
          </a:lstStyle>
          <a:p xmlns:a="http://schemas.openxmlformats.org/drawingml/2006/main">
            <a:pPr marL="0" indent="0" algn="l">
              <a:lnSpc>
                <a:spcPct val="135000"/>
              </a:lnSpc>
              <a:buNone/>
              <a:defRPr sz="1800" b="0">
                <a:solidFill>
                  <a:srgbClr val="FAF5EE"/>
                </a:solidFill>
                <a:latin typeface="Arial"/>
                <a:ea typeface="Arial"/>
                <a:cs typeface="Arial"/>
              </a:defRPr>
            </a:pPr>
            <a:r>
              <a:rPr sz="1800" b="0">
                <a:solidFill>
                  <a:srgbClr val="FAF5EE"/>
                </a:solidFill>
                <a:latin typeface="Arial"/>
                <a:ea typeface="Arial"/>
                <a:cs typeface="Arial"/>
              </a:rPr>
              <a:t>学生 đọc Hán Việt là “học sinh”.</a:t>
            </a:r>
            <a:endParaRPr sz="1600"/>
          </a:p>
          <a:p xmlns:a="http://schemas.openxmlformats.org/drawingml/2006/main">
            <a:pPr marL="0" indent="0" algn="l">
              <a:lnSpc>
                <a:spcPct val="135000"/>
              </a:lnSpc>
              <a:buNone/>
              <a:defRPr sz="1800" b="0">
                <a:solidFill>
                  <a:srgbClr val="FAF5EE"/>
                </a:solidFill>
                <a:latin typeface="Arial"/>
                <a:ea typeface="Arial"/>
                <a:cs typeface="Arial"/>
              </a:defRPr>
            </a:pPr>
            <a:r>
              <a:rPr sz="1800" b="0">
                <a:solidFill>
                  <a:srgbClr val="FAF5EE"/>
                </a:solidFill>
                <a:latin typeface="Arial"/>
                <a:ea typeface="Arial"/>
                <a:cs typeface="Arial"/>
              </a:rPr>
              <a:t>电脑 ghép “điện” và “não” để liên hệ với máy tính.</a:t>
            </a:r>
            <a:endParaRPr sz="1600"/>
          </a:p>
        </p:txBody>
      </p:sp>
      <p:sp>
        <p:nvSpPr>
          <p:cNvPr id="18" name="Text 16">
            <a:extLst xmlns:a="http://schemas.openxmlformats.org/drawingml/2006/main">
              <a:ext uri="{FF2B5EF4-FFF2-40B4-BE49-F238E27FC236}">
                <a16:creationId xmlns:a16="http://schemas.microsoft.com/office/drawing/2014/main" id="{BE0D29C2-AE1F-407A-A7AD-D3082EEA4802}"/>
              </a:ext>
            </a:extLst>
          </p:cNvPr>
          <p:cNvSpPr>
            <a:spLocks xmlns:a="http://schemas.openxmlformats.org/drawingml/2006/main" noGrp="1"/>
          </p:cNvSpPr>
          <p:nvPr/>
        </p:nvSpPr>
        <p:spPr>
          <a:xfrm xmlns:a="http://schemas.openxmlformats.org/drawingml/2006/main">
            <a:off x="6299200" y="4381500"/>
            <a:ext cx="5080000" cy="1285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FAF5EE"/>
                </a:solidFill>
                <a:latin typeface="Arial"/>
                <a:ea typeface="Arial"/>
                <a:cs typeface="Arial"/>
              </a:defRPr>
            </a:defPPr>
            <a:lvl1pPr>
              <a:defRPr sz="1800" b="0">
                <a:solidFill>
                  <a:srgbClr val="FAF5EE"/>
                </a:solidFill>
                <a:latin typeface="Arial"/>
                <a:ea typeface="Arial"/>
                <a:cs typeface="Arial"/>
              </a:defRPr>
            </a:lvl1pPr>
            <a:lvl2pPr>
              <a:defRPr sz="1800" b="0">
                <a:solidFill>
                  <a:srgbClr val="FAF5EE"/>
                </a:solidFill>
                <a:latin typeface="Arial"/>
                <a:ea typeface="Arial"/>
                <a:cs typeface="Arial"/>
              </a:defRPr>
            </a:lvl2pPr>
            <a:lvl3pPr>
              <a:defRPr sz="1800" b="0">
                <a:solidFill>
                  <a:srgbClr val="FAF5EE"/>
                </a:solidFill>
                <a:latin typeface="Arial"/>
                <a:ea typeface="Arial"/>
                <a:cs typeface="Arial"/>
              </a:defRPr>
            </a:lvl3pPr>
            <a:lvl4pPr>
              <a:defRPr sz="1800" b="0">
                <a:solidFill>
                  <a:srgbClr val="FAF5EE"/>
                </a:solidFill>
                <a:latin typeface="Arial"/>
                <a:ea typeface="Arial"/>
                <a:cs typeface="Arial"/>
              </a:defRPr>
            </a:lvl4pPr>
            <a:lvl5pPr>
              <a:defRPr sz="1800" b="0">
                <a:solidFill>
                  <a:srgbClr val="FAF5EE"/>
                </a:solidFill>
                <a:latin typeface="Arial"/>
                <a:ea typeface="Arial"/>
                <a:cs typeface="Arial"/>
              </a:defRPr>
            </a:lvl5pPr>
            <a:lvl6pPr>
              <a:defRPr sz="1800" b="0">
                <a:solidFill>
                  <a:srgbClr val="FAF5EE"/>
                </a:solidFill>
                <a:latin typeface="Arial"/>
                <a:ea typeface="Arial"/>
                <a:cs typeface="Arial"/>
              </a:defRPr>
            </a:lvl6pPr>
            <a:lvl7pPr>
              <a:defRPr sz="1800" b="0">
                <a:solidFill>
                  <a:srgbClr val="FAF5EE"/>
                </a:solidFill>
                <a:latin typeface="Arial"/>
                <a:ea typeface="Arial"/>
                <a:cs typeface="Arial"/>
              </a:defRPr>
            </a:lvl7pPr>
            <a:lvl8pPr>
              <a:defRPr sz="1800" b="0">
                <a:solidFill>
                  <a:srgbClr val="FAF5EE"/>
                </a:solidFill>
                <a:latin typeface="Arial"/>
                <a:ea typeface="Arial"/>
                <a:cs typeface="Arial"/>
              </a:defRPr>
            </a:lvl8pPr>
            <a:lvl9pPr>
              <a:defRPr sz="1800" b="0">
                <a:solidFill>
                  <a:srgbClr val="FAF5EE"/>
                </a:solidFill>
                <a:latin typeface="Arial"/>
                <a:ea typeface="Arial"/>
                <a:cs typeface="Arial"/>
              </a:defRPr>
            </a:lvl9pPr>
          </a:lstStyle>
          <a:p xmlns:a="http://schemas.openxmlformats.org/drawingml/2006/main">
            <a:pPr marL="0" indent="0" algn="l">
              <a:lnSpc>
                <a:spcPct val="135000"/>
              </a:lnSpc>
              <a:buNone/>
              <a:defRPr sz="1800" b="0">
                <a:solidFill>
                  <a:srgbClr val="FAF5EE"/>
                </a:solidFill>
                <a:latin typeface="Arial"/>
                <a:ea typeface="Arial"/>
                <a:cs typeface="Arial"/>
              </a:defRPr>
            </a:pPr>
            <a:r>
              <a:rPr sz="1800" b="0">
                <a:solidFill>
                  <a:srgbClr val="FAF5EE"/>
                </a:solidFill>
                <a:latin typeface="Arial"/>
                <a:ea typeface="Arial"/>
                <a:cs typeface="Arial"/>
              </a:rPr>
              <a:t>Mẹo thanh điệu chỉ là gợi ý.</a:t>
            </a:r>
            <a:endParaRPr sz="1600"/>
          </a:p>
          <a:p xmlns:a="http://schemas.openxmlformats.org/drawingml/2006/main">
            <a:pPr marL="0" indent="0" algn="l">
              <a:lnSpc>
                <a:spcPct val="135000"/>
              </a:lnSpc>
              <a:buNone/>
              <a:defRPr sz="1800" b="0">
                <a:solidFill>
                  <a:srgbClr val="FAF5EE"/>
                </a:solidFill>
                <a:latin typeface="Arial"/>
                <a:ea typeface="Arial"/>
                <a:cs typeface="Arial"/>
              </a:defRPr>
            </a:pPr>
            <a:r>
              <a:rPr sz="1800" b="0">
                <a:solidFill>
                  <a:srgbClr val="FAF5EE"/>
                </a:solidFill>
                <a:latin typeface="Arial"/>
                <a:ea typeface="Arial"/>
                <a:cs typeface="Arial"/>
              </a:rPr>
              <a:t>Người học vẫn cần nghe mẫu và luyện đọc.</a:t>
            </a:r>
            <a:endParaRPr sz="1600"/>
          </a:p>
        </p:txBody>
      </p:sp>
      <p:sp>
        <p:nvSpPr>
          <p:cNvPr id="19" name="Text 17">
            <a:extLst xmlns:a="http://schemas.openxmlformats.org/drawingml/2006/main">
              <a:ext uri="{FF2B5EF4-FFF2-40B4-BE49-F238E27FC236}">
                <a16:creationId xmlns:a16="http://schemas.microsoft.com/office/drawing/2014/main" id="{3530FDC9-B2AF-4445-9017-1ABBBCA9DBAB}"/>
              </a:ext>
            </a:extLst>
          </p:cNvPr>
          <p:cNvSpPr>
            <a:spLocks xmlns:a="http://schemas.openxmlformats.org/drawingml/2006/main" noGrp="1"/>
          </p:cNvSpPr>
          <p:nvPr/>
        </p:nvSpPr>
        <p:spPr>
          <a:xfrm xmlns:a="http://schemas.openxmlformats.org/drawingml/2006/main">
            <a:off x="812800" y="6223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0">
                <a:solidFill>
                  <a:srgbClr val="F0D7CF"/>
                </a:solidFill>
                <a:latin typeface="Arial"/>
                <a:ea typeface="Arial"/>
                <a:cs typeface="Arial"/>
              </a:defRPr>
            </a:defPPr>
            <a:lvl1pPr>
              <a:defRPr sz="1200" b="0">
                <a:solidFill>
                  <a:srgbClr val="F0D7CF"/>
                </a:solidFill>
                <a:latin typeface="Arial"/>
                <a:ea typeface="Arial"/>
                <a:cs typeface="Arial"/>
              </a:defRPr>
            </a:lvl1pPr>
            <a:lvl2pPr>
              <a:defRPr sz="1200" b="0">
                <a:solidFill>
                  <a:srgbClr val="F0D7CF"/>
                </a:solidFill>
                <a:latin typeface="Arial"/>
                <a:ea typeface="Arial"/>
                <a:cs typeface="Arial"/>
              </a:defRPr>
            </a:lvl2pPr>
            <a:lvl3pPr>
              <a:defRPr sz="1200" b="0">
                <a:solidFill>
                  <a:srgbClr val="F0D7CF"/>
                </a:solidFill>
                <a:latin typeface="Arial"/>
                <a:ea typeface="Arial"/>
                <a:cs typeface="Arial"/>
              </a:defRPr>
            </a:lvl3pPr>
            <a:lvl4pPr>
              <a:defRPr sz="1200" b="0">
                <a:solidFill>
                  <a:srgbClr val="F0D7CF"/>
                </a:solidFill>
                <a:latin typeface="Arial"/>
                <a:ea typeface="Arial"/>
                <a:cs typeface="Arial"/>
              </a:defRPr>
            </a:lvl4pPr>
            <a:lvl5pPr>
              <a:defRPr sz="1200" b="0">
                <a:solidFill>
                  <a:srgbClr val="F0D7CF"/>
                </a:solidFill>
                <a:latin typeface="Arial"/>
                <a:ea typeface="Arial"/>
                <a:cs typeface="Arial"/>
              </a:defRPr>
            </a:lvl5pPr>
            <a:lvl6pPr>
              <a:defRPr sz="1200" b="0">
                <a:solidFill>
                  <a:srgbClr val="F0D7CF"/>
                </a:solidFill>
                <a:latin typeface="Arial"/>
                <a:ea typeface="Arial"/>
                <a:cs typeface="Arial"/>
              </a:defRPr>
            </a:lvl6pPr>
            <a:lvl7pPr>
              <a:defRPr sz="1200" b="0">
                <a:solidFill>
                  <a:srgbClr val="F0D7CF"/>
                </a:solidFill>
                <a:latin typeface="Arial"/>
                <a:ea typeface="Arial"/>
                <a:cs typeface="Arial"/>
              </a:defRPr>
            </a:lvl7pPr>
            <a:lvl8pPr>
              <a:defRPr sz="1200" b="0">
                <a:solidFill>
                  <a:srgbClr val="F0D7CF"/>
                </a:solidFill>
                <a:latin typeface="Arial"/>
                <a:ea typeface="Arial"/>
                <a:cs typeface="Arial"/>
              </a:defRPr>
            </a:lvl8pPr>
            <a:lvl9pPr>
              <a:defRPr sz="1200" b="0">
                <a:solidFill>
                  <a:srgbClr val="F0D7CF"/>
                </a:solidFill>
                <a:latin typeface="Arial"/>
                <a:ea typeface="Arial"/>
                <a:cs typeface="Arial"/>
              </a:defRPr>
            </a:lvl9pPr>
          </a:lstStyle>
          <a:p xmlns:a="http://schemas.openxmlformats.org/drawingml/2006/main">
            <a:pPr marL="0" indent="0" algn="l">
              <a:lnSpc>
                <a:spcPct val="115000"/>
              </a:lnSpc>
              <a:buNone/>
              <a:defRPr sz="1200" b="0">
                <a:solidFill>
                  <a:srgbClr val="F0D7CF"/>
                </a:solidFill>
                <a:latin typeface="Arial"/>
                <a:ea typeface="Arial"/>
                <a:cs typeface="Arial"/>
              </a:defRPr>
            </a:pPr>
            <a:r>
              <a:rPr sz="1200" b="0">
                <a:solidFill>
                  <a:srgbClr val="F0D7CF"/>
                </a:solidFill>
                <a:latin typeface="Arial"/>
                <a:ea typeface="Arial"/>
                <a:cs typeface="Arial"/>
              </a:rPr>
              <a:t>Ví dụ từ dữ liệu và giao diện Hanni</a:t>
            </a:r>
            <a:endParaRPr sz="1200"/>
          </a:p>
        </p:txBody>
      </p:sp>
      <p:sp>
        <p:nvSpPr>
          <p:cNvPr id="20" name="">
            <a:extLst xmlns:a="http://schemas.openxmlformats.org/drawingml/2006/main">
              <a:ext uri="{FF2B5EF4-FFF2-40B4-BE49-F238E27FC236}">
                <a16:creationId xmlns:a16="http://schemas.microsoft.com/office/drawing/2014/main" id="{73CDF109-E75A-4087-846E-441210D1BB02}"/>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F0D7CF"/>
                </a:solidFill>
                <a:latin typeface="Arial"/>
                <a:ea typeface="Arial"/>
                <a:cs typeface="Arial"/>
              </a:defRPr>
            </a:defPPr>
            <a:lvl1pPr>
              <a:defRPr sz="1125" b="0">
                <a:solidFill>
                  <a:srgbClr val="F0D7CF"/>
                </a:solidFill>
                <a:latin typeface="Arial"/>
                <a:ea typeface="Arial"/>
                <a:cs typeface="Arial"/>
              </a:defRPr>
            </a:lvl1pPr>
            <a:lvl2pPr>
              <a:defRPr sz="1125" b="0">
                <a:solidFill>
                  <a:srgbClr val="F0D7CF"/>
                </a:solidFill>
                <a:latin typeface="Arial"/>
                <a:ea typeface="Arial"/>
                <a:cs typeface="Arial"/>
              </a:defRPr>
            </a:lvl2pPr>
            <a:lvl3pPr>
              <a:defRPr sz="1125" b="0">
                <a:solidFill>
                  <a:srgbClr val="F0D7CF"/>
                </a:solidFill>
                <a:latin typeface="Arial"/>
                <a:ea typeface="Arial"/>
                <a:cs typeface="Arial"/>
              </a:defRPr>
            </a:lvl3pPr>
            <a:lvl4pPr>
              <a:defRPr sz="1125" b="0">
                <a:solidFill>
                  <a:srgbClr val="F0D7CF"/>
                </a:solidFill>
                <a:latin typeface="Arial"/>
                <a:ea typeface="Arial"/>
                <a:cs typeface="Arial"/>
              </a:defRPr>
            </a:lvl4pPr>
            <a:lvl5pPr>
              <a:defRPr sz="1125" b="0">
                <a:solidFill>
                  <a:srgbClr val="F0D7CF"/>
                </a:solidFill>
                <a:latin typeface="Arial"/>
                <a:ea typeface="Arial"/>
                <a:cs typeface="Arial"/>
              </a:defRPr>
            </a:lvl5pPr>
            <a:lvl6pPr>
              <a:defRPr sz="1125" b="0">
                <a:solidFill>
                  <a:srgbClr val="F0D7CF"/>
                </a:solidFill>
                <a:latin typeface="Arial"/>
                <a:ea typeface="Arial"/>
                <a:cs typeface="Arial"/>
              </a:defRPr>
            </a:lvl6pPr>
            <a:lvl7pPr>
              <a:defRPr sz="1125" b="0">
                <a:solidFill>
                  <a:srgbClr val="F0D7CF"/>
                </a:solidFill>
                <a:latin typeface="Arial"/>
                <a:ea typeface="Arial"/>
                <a:cs typeface="Arial"/>
              </a:defRPr>
            </a:lvl7pPr>
            <a:lvl8pPr>
              <a:defRPr sz="1125" b="0">
                <a:solidFill>
                  <a:srgbClr val="F0D7CF"/>
                </a:solidFill>
                <a:latin typeface="Arial"/>
                <a:ea typeface="Arial"/>
                <a:cs typeface="Arial"/>
              </a:defRPr>
            </a:lvl8pPr>
            <a:lvl9pPr>
              <a:defRPr sz="1125" b="0">
                <a:solidFill>
                  <a:srgbClr val="F0D7CF"/>
                </a:solidFill>
                <a:latin typeface="Arial"/>
                <a:ea typeface="Arial"/>
                <a:cs typeface="Arial"/>
              </a:defRPr>
            </a:lvl9pPr>
          </a:lstStyle>
          <a:p xmlns:a="http://schemas.openxmlformats.org/drawingml/2006/main">
            <a:pPr>
              <a:defRPr sz="1125" b="0">
                <a:solidFill>
                  <a:srgbClr val="F0D7CF"/>
                </a:solidFill>
                <a:latin typeface="Arial"/>
                <a:ea typeface="Arial"/>
                <a:cs typeface="Arial"/>
              </a:defRPr>
            </a:pPr>
            <a:r>
              <a:rPr sz="1125" b="0">
                <a:solidFill>
                  <a:srgbClr val="F0D7CF"/>
                </a:solidFill>
                <a:latin typeface="Arial"/>
                <a:ea typeface="Arial"/>
                <a:cs typeface="Arial"/>
              </a:rPr>
              <a:t>03</a:t>
            </a:r>
          </a:p>
        </p:txBody>
      </p:sp>
    </p:spTree>
    <p:extLst>
      <p:ext uri="{BB962C8B-B14F-4D97-AF65-F5344CB8AC3E}">
        <p14:creationId xmlns:p14="http://schemas.microsoft.com/office/powerpoint/2010/main" val="447337728"/>
      </p:ext>
    </p:extLst>
  </p:cSld>
</p:sld>
</file>

<file path=ppt/slides/slide4.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6CEC7B-250D-4F35-A7CF-6AE10BF5C894}"/>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GIẢI PHÁP</a:t>
            </a:r>
            <a:endParaRPr sz="1200"/>
          </a:p>
        </p:txBody>
      </p:sp>
      <p:sp>
        <p:nvSpPr>
          <p:cNvPr id="3" name="Text 1">
            <a:extLst xmlns:a="http://schemas.openxmlformats.org/drawingml/2006/main">
              <a:ext uri="{FF2B5EF4-FFF2-40B4-BE49-F238E27FC236}">
                <a16:creationId xmlns:a16="http://schemas.microsoft.com/office/drawing/2014/main" id="{5705C546-A207-454D-BF2D-D63DCB5A8DE3}"/>
              </a:ext>
            </a:extLst>
          </p:cNvPr>
          <p:cNvSpPr>
            <a:spLocks xmlns:a="http://schemas.openxmlformats.org/drawingml/2006/main" noGrp="1"/>
          </p:cNvSpPr>
          <p:nvPr/>
        </p:nvSpPr>
        <p:spPr>
          <a:xfrm xmlns:a="http://schemas.openxmlformats.org/drawingml/2006/main">
            <a:off x="812800" y="1117600"/>
            <a:ext cx="5207000" cy="1397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8000"/>
              </a:lnSpc>
              <a:buNone/>
              <a:defRPr sz="3000" b="1">
                <a:solidFill>
                  <a:srgbClr val="202431"/>
                </a:solidFill>
                <a:latin typeface="Arial"/>
                <a:ea typeface="Arial"/>
                <a:cs typeface="Arial"/>
              </a:defRPr>
            </a:pPr>
            <a:r>
              <a:rPr sz="3000" b="1">
                <a:solidFill>
                  <a:srgbClr val="202431"/>
                </a:solidFill>
                <a:latin typeface="Arial"/>
                <a:ea typeface="Arial"/>
                <a:cs typeface="Arial"/>
              </a:rPr>
              <a:t>Lộ trình học và lưu tiến độ</a:t>
            </a:r>
            <a:endParaRPr sz="3200"/>
          </a:p>
        </p:txBody>
      </p:sp>
      <p:sp>
        <p:nvSpPr>
          <p:cNvPr id="4" name="Text 2">
            <a:extLst xmlns:a="http://schemas.openxmlformats.org/drawingml/2006/main">
              <a:ext uri="{FF2B5EF4-FFF2-40B4-BE49-F238E27FC236}">
                <a16:creationId xmlns:a16="http://schemas.microsoft.com/office/drawing/2014/main" id="{70F32146-4C2F-4294-9183-F67047AB9581}"/>
              </a:ext>
            </a:extLst>
          </p:cNvPr>
          <p:cNvSpPr>
            <a:spLocks xmlns:a="http://schemas.openxmlformats.org/drawingml/2006/main" noGrp="1"/>
          </p:cNvSpPr>
          <p:nvPr/>
        </p:nvSpPr>
        <p:spPr>
          <a:xfrm xmlns:a="http://schemas.openxmlformats.org/drawingml/2006/main">
            <a:off x="812800" y="2730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1. Học thử ngay</a:t>
            </a:r>
            <a:endParaRPr sz="1700"/>
          </a:p>
        </p:txBody>
      </p:sp>
      <p:sp>
        <p:nvSpPr>
          <p:cNvPr id="5" name="Text 3">
            <a:extLst xmlns:a="http://schemas.openxmlformats.org/drawingml/2006/main">
              <a:ext uri="{FF2B5EF4-FFF2-40B4-BE49-F238E27FC236}">
                <a16:creationId xmlns:a16="http://schemas.microsoft.com/office/drawing/2014/main" id="{90B8BDA5-601C-4D7B-860D-37B0D2B93A0C}"/>
              </a:ext>
            </a:extLst>
          </p:cNvPr>
          <p:cNvSpPr>
            <a:spLocks xmlns:a="http://schemas.openxmlformats.org/drawingml/2006/main" noGrp="1"/>
          </p:cNvSpPr>
          <p:nvPr/>
        </p:nvSpPr>
        <p:spPr>
          <a:xfrm xmlns:a="http://schemas.openxmlformats.org/drawingml/2006/main">
            <a:off x="812800" y="3048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Khách bắt đầu bài 1, tra từ và làm đề thi thử.</a:t>
            </a:r>
            <a:endParaRPr sz="1400"/>
          </a:p>
        </p:txBody>
      </p:sp>
      <p:sp>
        <p:nvSpPr>
          <p:cNvPr id="6" name="Text 4">
            <a:extLst xmlns:a="http://schemas.openxmlformats.org/drawingml/2006/main">
              <a:ext uri="{FF2B5EF4-FFF2-40B4-BE49-F238E27FC236}">
                <a16:creationId xmlns:a16="http://schemas.microsoft.com/office/drawing/2014/main" id="{A213BE13-300B-46C9-9458-404134404D40}"/>
              </a:ext>
            </a:extLst>
          </p:cNvPr>
          <p:cNvSpPr>
            <a:spLocks xmlns:a="http://schemas.openxmlformats.org/drawingml/2006/main" noGrp="1"/>
          </p:cNvSpPr>
          <p:nvPr/>
        </p:nvSpPr>
        <p:spPr>
          <a:xfrm xmlns:a="http://schemas.openxmlformats.org/drawingml/2006/main">
            <a:off x="812800" y="3746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2. Tạo tài khoản để lưu</a:t>
            </a:r>
            <a:endParaRPr sz="1700"/>
          </a:p>
        </p:txBody>
      </p:sp>
      <p:sp>
        <p:nvSpPr>
          <p:cNvPr id="7" name="Text 5">
            <a:extLst xmlns:a="http://schemas.openxmlformats.org/drawingml/2006/main">
              <a:ext uri="{FF2B5EF4-FFF2-40B4-BE49-F238E27FC236}">
                <a16:creationId xmlns:a16="http://schemas.microsoft.com/office/drawing/2014/main" id="{1CFACEA0-A6EE-4D64-9305-8E6476B7A634}"/>
              </a:ext>
            </a:extLst>
          </p:cNvPr>
          <p:cNvSpPr>
            <a:spLocks xmlns:a="http://schemas.openxmlformats.org/drawingml/2006/main" noGrp="1"/>
          </p:cNvSpPr>
          <p:nvPr/>
        </p:nvSpPr>
        <p:spPr>
          <a:xfrm xmlns:a="http://schemas.openxmlformats.org/drawingml/2006/main">
            <a:off x="812800" y="4064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Giữ lại tiến độ và tiếp tục học trên cùng tài khoản.</a:t>
            </a:r>
            <a:endParaRPr sz="1400"/>
          </a:p>
        </p:txBody>
      </p:sp>
      <p:sp>
        <p:nvSpPr>
          <p:cNvPr id="8" name="Text 6">
            <a:extLst xmlns:a="http://schemas.openxmlformats.org/drawingml/2006/main">
              <a:ext uri="{FF2B5EF4-FFF2-40B4-BE49-F238E27FC236}">
                <a16:creationId xmlns:a16="http://schemas.microsoft.com/office/drawing/2014/main" id="{30DEB649-0514-4996-BCA2-7A073C0EC212}"/>
              </a:ext>
            </a:extLst>
          </p:cNvPr>
          <p:cNvSpPr>
            <a:spLocks xmlns:a="http://schemas.openxmlformats.org/drawingml/2006/main" noGrp="1"/>
          </p:cNvSpPr>
          <p:nvPr/>
        </p:nvSpPr>
        <p:spPr>
          <a:xfrm xmlns:a="http://schemas.openxmlformats.org/drawingml/2006/main">
            <a:off x="812800" y="4762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3. Học tiếp và ôn lại</a:t>
            </a:r>
            <a:endParaRPr sz="1700"/>
          </a:p>
        </p:txBody>
      </p:sp>
      <p:sp>
        <p:nvSpPr>
          <p:cNvPr id="9" name="Text 7">
            <a:extLst xmlns:a="http://schemas.openxmlformats.org/drawingml/2006/main">
              <a:ext uri="{FF2B5EF4-FFF2-40B4-BE49-F238E27FC236}">
                <a16:creationId xmlns:a16="http://schemas.microsoft.com/office/drawing/2014/main" id="{ECA7C780-D54D-47F9-9D45-AC63AF9FECF9}"/>
              </a:ext>
            </a:extLst>
          </p:cNvPr>
          <p:cNvSpPr>
            <a:spLocks xmlns:a="http://schemas.openxmlformats.org/drawingml/2006/main" noGrp="1"/>
          </p:cNvSpPr>
          <p:nvPr/>
        </p:nvSpPr>
        <p:spPr>
          <a:xfrm xmlns:a="http://schemas.openxmlformats.org/drawingml/2006/main">
            <a:off x="812800" y="5080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Màn chính dẫn tới bài tiếp theo và những từ cần ôn.</a:t>
            </a:r>
            <a:endParaRPr sz="1400"/>
          </a:p>
        </p:txBody>
      </p:sp>
      <p:sp>
        <p:nvSpPr>
          <p:cNvPr id="10" name="Shape 8">
            <a:extLst xmlns:a="http://schemas.openxmlformats.org/drawingml/2006/main">
              <a:ext uri="{FF2B5EF4-FFF2-40B4-BE49-F238E27FC236}">
                <a16:creationId xmlns:a16="http://schemas.microsoft.com/office/drawing/2014/main" id="{221A66E5-691A-4807-8161-269F18EE6E95}"/>
              </a:ext>
            </a:extLst>
          </p:cNvPr>
          <p:cNvSpPr>
            <a:spLocks xmlns:a="http://schemas.openxmlformats.org/drawingml/2006/main" noGrp="1"/>
          </p:cNvSpPr>
          <p:nvPr/>
        </p:nvSpPr>
        <p:spPr>
          <a:xfrm xmlns:a="http://schemas.openxmlformats.org/drawingml/2006/main">
            <a:off x="8178800"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1" name="Image 0">
            <a:extLst xmlns:a="http://schemas.openxmlformats.org/drawingml/2006/main">
              <a:ext uri="{FF2B5EF4-FFF2-40B4-BE49-F238E27FC236}">
                <a16:creationId xmlns:a16="http://schemas.microsoft.com/office/drawing/2014/main" id="{7A472ED5-9E2A-4F7A-BF1F-7B2E5BF94A5F}"/>
              </a:ext>
            </a:extLst>
          </p:cNvPr>
          <p:cNvPicPr>
            <a:picLocks xmlns:a="http://schemas.openxmlformats.org/drawingml/2006/main" noChangeAspect="1"/>
          </p:cNvPicPr>
          <p:nvPr/>
        </p:nvPicPr>
        <p:blipFill>
          <a:blip xmlns:r="http://schemas.openxmlformats.org/officeDocument/2006/relationships" xmlns:a="http://schemas.openxmlformats.org/drawingml/2006/main" r:embed="Rf8d2396a02d04f8f"/>
          <a:stretch xmlns:a="http://schemas.openxmlformats.org/drawingml/2006/main">
            <a:fillRect l="0" t="0" r="0" b="0"/>
          </a:stretch>
        </p:blipFill>
        <p:spPr>
          <a:xfrm xmlns:a="http://schemas.openxmlformats.org/drawingml/2006/main">
            <a:off x="8255000" y="1079500"/>
            <a:ext cx="2230024" cy="4826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E4C880F-9F85-4FE3-800E-0394C1E831F3}"/>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04</a:t>
            </a:r>
          </a:p>
        </p:txBody>
      </p:sp>
    </p:spTree>
    <p:extLst>
      <p:ext uri="{BB962C8B-B14F-4D97-AF65-F5344CB8AC3E}">
        <p14:creationId xmlns:p14="http://schemas.microsoft.com/office/powerpoint/2010/main" val="821733132"/>
      </p:ext>
    </p:extLst>
  </p:cSld>
</p:sld>
</file>

<file path=ppt/slides/slide5.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C32DA5-1023-406D-B413-7D4DE05BD916}"/>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TÍNH NĂNG</a:t>
            </a:r>
            <a:endParaRPr sz="1200"/>
          </a:p>
        </p:txBody>
      </p:sp>
      <p:sp>
        <p:nvSpPr>
          <p:cNvPr id="3" name="Text 1">
            <a:extLst xmlns:a="http://schemas.openxmlformats.org/drawingml/2006/main">
              <a:ext uri="{FF2B5EF4-FFF2-40B4-BE49-F238E27FC236}">
                <a16:creationId xmlns:a16="http://schemas.microsoft.com/office/drawing/2014/main" id="{94A82DD0-E5B1-47D8-B470-E415EDCB3502}"/>
              </a:ext>
            </a:extLst>
          </p:cNvPr>
          <p:cNvSpPr>
            <a:spLocks xmlns:a="http://schemas.openxmlformats.org/drawingml/2006/main" noGrp="1"/>
          </p:cNvSpPr>
          <p:nvPr/>
        </p:nvSpPr>
        <p:spPr>
          <a:xfrm xmlns:a="http://schemas.openxmlformats.org/drawingml/2006/main">
            <a:off x="812800" y="1117600"/>
            <a:ext cx="5207000" cy="1397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8000"/>
              </a:lnSpc>
              <a:buNone/>
              <a:defRPr sz="3000" b="1">
                <a:solidFill>
                  <a:srgbClr val="202431"/>
                </a:solidFill>
                <a:latin typeface="Arial"/>
                <a:ea typeface="Arial"/>
                <a:cs typeface="Arial"/>
              </a:defRPr>
            </a:pPr>
            <a:r>
              <a:rPr sz="3000" b="1">
                <a:solidFill>
                  <a:srgbClr val="202431"/>
                </a:solidFill>
                <a:latin typeface="Arial"/>
                <a:ea typeface="Arial"/>
                <a:cs typeface="Arial"/>
              </a:rPr>
              <a:t>Bài học và phản hồi thanh điệu</a:t>
            </a:r>
            <a:endParaRPr sz="3200"/>
          </a:p>
        </p:txBody>
      </p:sp>
      <p:sp>
        <p:nvSpPr>
          <p:cNvPr id="4" name="Text 2">
            <a:extLst xmlns:a="http://schemas.openxmlformats.org/drawingml/2006/main">
              <a:ext uri="{FF2B5EF4-FFF2-40B4-BE49-F238E27FC236}">
                <a16:creationId xmlns:a16="http://schemas.microsoft.com/office/drawing/2014/main" id="{41CCE04F-DE15-43F9-A315-AAABF88570BB}"/>
              </a:ext>
            </a:extLst>
          </p:cNvPr>
          <p:cNvSpPr>
            <a:spLocks xmlns:a="http://schemas.openxmlformats.org/drawingml/2006/main" noGrp="1"/>
          </p:cNvSpPr>
          <p:nvPr/>
        </p:nvSpPr>
        <p:spPr>
          <a:xfrm xmlns:a="http://schemas.openxmlformats.org/drawingml/2006/main">
            <a:off x="812800" y="2730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Hiểu một từ trước khi luyện</a:t>
            </a:r>
            <a:endParaRPr sz="1700"/>
          </a:p>
        </p:txBody>
      </p:sp>
      <p:sp>
        <p:nvSpPr>
          <p:cNvPr id="5" name="Text 3">
            <a:extLst xmlns:a="http://schemas.openxmlformats.org/drawingml/2006/main">
              <a:ext uri="{FF2B5EF4-FFF2-40B4-BE49-F238E27FC236}">
                <a16:creationId xmlns:a16="http://schemas.microsoft.com/office/drawing/2014/main" id="{EAF40C5C-ECC7-44E4-865F-BE6C424B51ED}"/>
              </a:ext>
            </a:extLst>
          </p:cNvPr>
          <p:cNvSpPr>
            <a:spLocks xmlns:a="http://schemas.openxmlformats.org/drawingml/2006/main" noGrp="1"/>
          </p:cNvSpPr>
          <p:nvPr/>
        </p:nvSpPr>
        <p:spPr>
          <a:xfrm xmlns:a="http://schemas.openxmlformats.org/drawingml/2006/main">
            <a:off x="812800" y="3048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Chữ Hán, pinyin, nghĩa, ví dụ và âm Hán Việt ở cùng một thẻ.</a:t>
            </a:r>
            <a:endParaRPr sz="1400"/>
          </a:p>
        </p:txBody>
      </p:sp>
      <p:sp>
        <p:nvSpPr>
          <p:cNvPr id="6" name="Text 4">
            <a:extLst xmlns:a="http://schemas.openxmlformats.org/drawingml/2006/main">
              <a:ext uri="{FF2B5EF4-FFF2-40B4-BE49-F238E27FC236}">
                <a16:creationId xmlns:a16="http://schemas.microsoft.com/office/drawing/2014/main" id="{4C9D7B36-06B3-4484-B183-5CBD69EFFCBC}"/>
              </a:ext>
            </a:extLst>
          </p:cNvPr>
          <p:cNvSpPr>
            <a:spLocks xmlns:a="http://schemas.openxmlformats.org/drawingml/2006/main" noGrp="1"/>
          </p:cNvSpPr>
          <p:nvPr/>
        </p:nvSpPr>
        <p:spPr>
          <a:xfrm xmlns:a="http://schemas.openxmlformats.org/drawingml/2006/main">
            <a:off x="812800" y="3746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Luyện ngay trong bài</a:t>
            </a:r>
            <a:endParaRPr sz="1700"/>
          </a:p>
        </p:txBody>
      </p:sp>
      <p:sp>
        <p:nvSpPr>
          <p:cNvPr id="7" name="Text 5">
            <a:extLst xmlns:a="http://schemas.openxmlformats.org/drawingml/2006/main">
              <a:ext uri="{FF2B5EF4-FFF2-40B4-BE49-F238E27FC236}">
                <a16:creationId xmlns:a16="http://schemas.microsoft.com/office/drawing/2014/main" id="{B6E2009D-B317-4CA4-973B-DC130FAA3C9C}"/>
              </a:ext>
            </a:extLst>
          </p:cNvPr>
          <p:cNvSpPr>
            <a:spLocks xmlns:a="http://schemas.openxmlformats.org/drawingml/2006/main" noGrp="1"/>
          </p:cNvSpPr>
          <p:nvPr/>
        </p:nvSpPr>
        <p:spPr>
          <a:xfrm xmlns:a="http://schemas.openxmlformats.org/drawingml/2006/main">
            <a:off x="812800" y="4064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Chọn nghĩa, nghe, ghép cặp và điền câu. Câu sai xuất hiện lại.</a:t>
            </a:r>
            <a:endParaRPr sz="1400"/>
          </a:p>
        </p:txBody>
      </p:sp>
      <p:sp>
        <p:nvSpPr>
          <p:cNvPr id="8" name="Text 6">
            <a:extLst xmlns:a="http://schemas.openxmlformats.org/drawingml/2006/main">
              <a:ext uri="{FF2B5EF4-FFF2-40B4-BE49-F238E27FC236}">
                <a16:creationId xmlns:a16="http://schemas.microsoft.com/office/drawing/2014/main" id="{94B18BBE-9BB9-4AEE-8B66-0376745AA979}"/>
              </a:ext>
            </a:extLst>
          </p:cNvPr>
          <p:cNvSpPr>
            <a:spLocks xmlns:a="http://schemas.openxmlformats.org/drawingml/2006/main" noGrp="1"/>
          </p:cNvSpPr>
          <p:nvPr/>
        </p:nvSpPr>
        <p:spPr>
          <a:xfrm xmlns:a="http://schemas.openxmlformats.org/drawingml/2006/main">
            <a:off x="812800" y="4762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Nhìn phản hồi từ giọng đọc</a:t>
            </a:r>
            <a:endParaRPr sz="1700"/>
          </a:p>
        </p:txBody>
      </p:sp>
      <p:sp>
        <p:nvSpPr>
          <p:cNvPr id="9" name="Text 7">
            <a:extLst xmlns:a="http://schemas.openxmlformats.org/drawingml/2006/main">
              <a:ext uri="{FF2B5EF4-FFF2-40B4-BE49-F238E27FC236}">
                <a16:creationId xmlns:a16="http://schemas.microsoft.com/office/drawing/2014/main" id="{31B85C3F-F247-4F40-8E98-AA0F9273EE6D}"/>
              </a:ext>
            </a:extLst>
          </p:cNvPr>
          <p:cNvSpPr>
            <a:spLocks xmlns:a="http://schemas.openxmlformats.org/drawingml/2006/main" noGrp="1"/>
          </p:cNvSpPr>
          <p:nvPr/>
        </p:nvSpPr>
        <p:spPr>
          <a:xfrm xmlns:a="http://schemas.openxmlformats.org/drawingml/2006/main">
            <a:off x="812800" y="5080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So cao độ với giọng chuẩn và phản hồi theo từng âm tiết.</a:t>
            </a:r>
            <a:endParaRPr sz="1400"/>
          </a:p>
        </p:txBody>
      </p:sp>
      <p:sp>
        <p:nvSpPr>
          <p:cNvPr id="10" name="Shape 8">
            <a:extLst xmlns:a="http://schemas.openxmlformats.org/drawingml/2006/main">
              <a:ext uri="{FF2B5EF4-FFF2-40B4-BE49-F238E27FC236}">
                <a16:creationId xmlns:a16="http://schemas.microsoft.com/office/drawing/2014/main" id="{60D8EB30-D93D-4356-81B0-CA68C90929BC}"/>
              </a:ext>
            </a:extLst>
          </p:cNvPr>
          <p:cNvSpPr>
            <a:spLocks xmlns:a="http://schemas.openxmlformats.org/drawingml/2006/main" noGrp="1"/>
          </p:cNvSpPr>
          <p:nvPr/>
        </p:nvSpPr>
        <p:spPr>
          <a:xfrm xmlns:a="http://schemas.openxmlformats.org/drawingml/2006/main">
            <a:off x="6527800"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1" name="Image 0">
            <a:extLst xmlns:a="http://schemas.openxmlformats.org/drawingml/2006/main">
              <a:ext uri="{FF2B5EF4-FFF2-40B4-BE49-F238E27FC236}">
                <a16:creationId xmlns:a16="http://schemas.microsoft.com/office/drawing/2014/main" id="{EF430810-43D2-4669-8304-D26BF48C9971}"/>
              </a:ext>
            </a:extLst>
          </p:cNvPr>
          <p:cNvPicPr>
            <a:picLocks xmlns:a="http://schemas.openxmlformats.org/drawingml/2006/main" noChangeAspect="1"/>
          </p:cNvPicPr>
          <p:nvPr/>
        </p:nvPicPr>
        <p:blipFill>
          <a:blip xmlns:r="http://schemas.openxmlformats.org/officeDocument/2006/relationships" xmlns:a="http://schemas.openxmlformats.org/drawingml/2006/main" r:embed="R040e1526d99c4ffc"/>
          <a:stretch xmlns:a="http://schemas.openxmlformats.org/drawingml/2006/main">
            <a:fillRect l="0" t="0" r="0" b="0"/>
          </a:stretch>
        </p:blipFill>
        <p:spPr>
          <a:xfrm xmlns:a="http://schemas.openxmlformats.org/drawingml/2006/main">
            <a:off x="6604000" y="1079500"/>
            <a:ext cx="2230024" cy="4826000"/>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0DA1C126-7BC1-4A3D-BBA9-0F0AF90FBC2E}"/>
              </a:ext>
            </a:extLst>
          </p:cNvPr>
          <p:cNvSpPr>
            <a:spLocks xmlns:a="http://schemas.openxmlformats.org/drawingml/2006/main" noGrp="1"/>
          </p:cNvSpPr>
          <p:nvPr/>
        </p:nvSpPr>
        <p:spPr>
          <a:xfrm xmlns:a="http://schemas.openxmlformats.org/drawingml/2006/main">
            <a:off x="9113424"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3" name="Image 1">
            <a:extLst xmlns:a="http://schemas.openxmlformats.org/drawingml/2006/main">
              <a:ext uri="{FF2B5EF4-FFF2-40B4-BE49-F238E27FC236}">
                <a16:creationId xmlns:a16="http://schemas.microsoft.com/office/drawing/2014/main" id="{2C09A6E1-80B5-40BC-8C34-5FDE47F55310}"/>
              </a:ext>
            </a:extLst>
          </p:cNvPr>
          <p:cNvPicPr>
            <a:picLocks xmlns:a="http://schemas.openxmlformats.org/drawingml/2006/main" noChangeAspect="1"/>
          </p:cNvPicPr>
          <p:nvPr/>
        </p:nvPicPr>
        <p:blipFill>
          <a:blip xmlns:r="http://schemas.openxmlformats.org/officeDocument/2006/relationships" xmlns:a="http://schemas.openxmlformats.org/drawingml/2006/main" r:embed="R4026f5d7ac9844d9"/>
          <a:stretch xmlns:a="http://schemas.openxmlformats.org/drawingml/2006/main">
            <a:fillRect l="0" t="0" r="0" b="0"/>
          </a:stretch>
        </p:blipFill>
        <p:spPr>
          <a:xfrm xmlns:a="http://schemas.openxmlformats.org/drawingml/2006/main">
            <a:off x="9189624" y="1079500"/>
            <a:ext cx="2230024" cy="48260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AB53EED-794E-4B03-887D-B64B0D31D99F}"/>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05</a:t>
            </a:r>
          </a:p>
        </p:txBody>
      </p:sp>
    </p:spTree>
    <p:extLst>
      <p:ext uri="{BB962C8B-B14F-4D97-AF65-F5344CB8AC3E}">
        <p14:creationId xmlns:p14="http://schemas.microsoft.com/office/powerpoint/2010/main" val="395155835"/>
      </p:ext>
    </p:extLst>
  </p:cSld>
</p:sld>
</file>

<file path=ppt/slides/slide6.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C32DA5-1023-406D-B413-7D4DE05BD916}"/>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TÍNH NĂNG</a:t>
            </a:r>
            <a:endParaRPr sz="1200"/>
          </a:p>
        </p:txBody>
      </p:sp>
      <p:sp>
        <p:nvSpPr>
          <p:cNvPr id="3" name="Text 1">
            <a:extLst xmlns:a="http://schemas.openxmlformats.org/drawingml/2006/main">
              <a:ext uri="{FF2B5EF4-FFF2-40B4-BE49-F238E27FC236}">
                <a16:creationId xmlns:a16="http://schemas.microsoft.com/office/drawing/2014/main" id="{94A82DD0-E5B1-47D8-B470-E415EDCB3502}"/>
              </a:ext>
            </a:extLst>
          </p:cNvPr>
          <p:cNvSpPr>
            <a:spLocks xmlns:a="http://schemas.openxmlformats.org/drawingml/2006/main" noGrp="1"/>
          </p:cNvSpPr>
          <p:nvPr/>
        </p:nvSpPr>
        <p:spPr>
          <a:xfrm xmlns:a="http://schemas.openxmlformats.org/drawingml/2006/main">
            <a:off x="812800" y="1117600"/>
            <a:ext cx="5207000" cy="1397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8000"/>
              </a:lnSpc>
              <a:buNone/>
              <a:defRPr sz="3000" b="1">
                <a:solidFill>
                  <a:srgbClr val="202431"/>
                </a:solidFill>
                <a:latin typeface="Arial"/>
                <a:ea typeface="Arial"/>
                <a:cs typeface="Arial"/>
              </a:defRPr>
            </a:pPr>
            <a:r>
              <a:rPr sz="3000" b="1">
                <a:solidFill>
                  <a:srgbClr val="202431"/>
                </a:solidFill>
                <a:latin typeface="Arial"/>
                <a:ea typeface="Arial"/>
                <a:cs typeface="Arial"/>
              </a:rPr>
              <a:t>Ôn từ đã học và theo dõi tiến bộ</a:t>
            </a:r>
            <a:endParaRPr sz="3200"/>
          </a:p>
        </p:txBody>
      </p:sp>
      <p:sp>
        <p:nvSpPr>
          <p:cNvPr id="4" name="Text 2">
            <a:extLst xmlns:a="http://schemas.openxmlformats.org/drawingml/2006/main">
              <a:ext uri="{FF2B5EF4-FFF2-40B4-BE49-F238E27FC236}">
                <a16:creationId xmlns:a16="http://schemas.microsoft.com/office/drawing/2014/main" id="{41CCE04F-DE15-43F9-A315-AAABF88570BB}"/>
              </a:ext>
            </a:extLst>
          </p:cNvPr>
          <p:cNvSpPr>
            <a:spLocks xmlns:a="http://schemas.openxmlformats.org/drawingml/2006/main" noGrp="1"/>
          </p:cNvSpPr>
          <p:nvPr/>
        </p:nvSpPr>
        <p:spPr>
          <a:xfrm xmlns:a="http://schemas.openxmlformats.org/drawingml/2006/main">
            <a:off x="812800" y="2730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Từ đã học đi vào lịch ôn</a:t>
            </a:r>
            <a:endParaRPr sz="1700"/>
          </a:p>
        </p:txBody>
      </p:sp>
      <p:sp>
        <p:nvSpPr>
          <p:cNvPr id="5" name="Text 3">
            <a:extLst xmlns:a="http://schemas.openxmlformats.org/drawingml/2006/main">
              <a:ext uri="{FF2B5EF4-FFF2-40B4-BE49-F238E27FC236}">
                <a16:creationId xmlns:a16="http://schemas.microsoft.com/office/drawing/2014/main" id="{EAF40C5C-ECC7-44E4-865F-BE6C424B51ED}"/>
              </a:ext>
            </a:extLst>
          </p:cNvPr>
          <p:cNvSpPr>
            <a:spLocks xmlns:a="http://schemas.openxmlformats.org/drawingml/2006/main" noGrp="1"/>
          </p:cNvSpPr>
          <p:nvPr/>
        </p:nvSpPr>
        <p:spPr>
          <a:xfrm xmlns:a="http://schemas.openxmlformats.org/drawingml/2006/main">
            <a:off x="812800" y="3048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App chọn những từ đến hạn, gắn ôn tập với lộ trình.</a:t>
            </a:r>
            <a:endParaRPr sz="1400"/>
          </a:p>
        </p:txBody>
      </p:sp>
      <p:sp>
        <p:nvSpPr>
          <p:cNvPr id="6" name="Text 4">
            <a:extLst xmlns:a="http://schemas.openxmlformats.org/drawingml/2006/main">
              <a:ext uri="{FF2B5EF4-FFF2-40B4-BE49-F238E27FC236}">
                <a16:creationId xmlns:a16="http://schemas.microsoft.com/office/drawing/2014/main" id="{4C9D7B36-06B3-4484-B183-5CBD69EFFCBC}"/>
              </a:ext>
            </a:extLst>
          </p:cNvPr>
          <p:cNvSpPr>
            <a:spLocks xmlns:a="http://schemas.openxmlformats.org/drawingml/2006/main" noGrp="1"/>
          </p:cNvSpPr>
          <p:nvPr/>
        </p:nvSpPr>
        <p:spPr>
          <a:xfrm xmlns:a="http://schemas.openxmlformats.org/drawingml/2006/main">
            <a:off x="812800" y="3746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Lật thẻ và tự đánh giá</a:t>
            </a:r>
            <a:endParaRPr sz="1700"/>
          </a:p>
        </p:txBody>
      </p:sp>
      <p:sp>
        <p:nvSpPr>
          <p:cNvPr id="7" name="Text 5">
            <a:extLst xmlns:a="http://schemas.openxmlformats.org/drawingml/2006/main">
              <a:ext uri="{FF2B5EF4-FFF2-40B4-BE49-F238E27FC236}">
                <a16:creationId xmlns:a16="http://schemas.microsoft.com/office/drawing/2014/main" id="{B6E2009D-B317-4CA4-973B-DC130FAA3C9C}"/>
              </a:ext>
            </a:extLst>
          </p:cNvPr>
          <p:cNvSpPr>
            <a:spLocks xmlns:a="http://schemas.openxmlformats.org/drawingml/2006/main" noGrp="1"/>
          </p:cNvSpPr>
          <p:nvPr/>
        </p:nvSpPr>
        <p:spPr>
          <a:xfrm xmlns:a="http://schemas.openxmlformats.org/drawingml/2006/main">
            <a:off x="812800" y="4064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Người học tự chấm mức nhớ. Thuật toán hẹn lần ôn tiếp theo.</a:t>
            </a:r>
            <a:endParaRPr sz="1400"/>
          </a:p>
        </p:txBody>
      </p:sp>
      <p:sp>
        <p:nvSpPr>
          <p:cNvPr id="8" name="Text 6">
            <a:extLst xmlns:a="http://schemas.openxmlformats.org/drawingml/2006/main">
              <a:ext uri="{FF2B5EF4-FFF2-40B4-BE49-F238E27FC236}">
                <a16:creationId xmlns:a16="http://schemas.microsoft.com/office/drawing/2014/main" id="{94B18BBE-9BB9-4AEE-8B66-0376745AA979}"/>
              </a:ext>
            </a:extLst>
          </p:cNvPr>
          <p:cNvSpPr>
            <a:spLocks xmlns:a="http://schemas.openxmlformats.org/drawingml/2006/main" noGrp="1"/>
          </p:cNvSpPr>
          <p:nvPr/>
        </p:nvSpPr>
        <p:spPr>
          <a:xfrm xmlns:a="http://schemas.openxmlformats.org/drawingml/2006/main">
            <a:off x="812800" y="4762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Biết mình nên làm gì tiếp</a:t>
            </a:r>
            <a:endParaRPr sz="1700"/>
          </a:p>
        </p:txBody>
      </p:sp>
      <p:sp>
        <p:nvSpPr>
          <p:cNvPr id="9" name="Text 7">
            <a:extLst xmlns:a="http://schemas.openxmlformats.org/drawingml/2006/main">
              <a:ext uri="{FF2B5EF4-FFF2-40B4-BE49-F238E27FC236}">
                <a16:creationId xmlns:a16="http://schemas.microsoft.com/office/drawing/2014/main" id="{31B85C3F-F247-4F40-8E98-AA0F9273EE6D}"/>
              </a:ext>
            </a:extLst>
          </p:cNvPr>
          <p:cNvSpPr>
            <a:spLocks xmlns:a="http://schemas.openxmlformats.org/drawingml/2006/main" noGrp="1"/>
          </p:cNvSpPr>
          <p:nvPr/>
        </p:nvSpPr>
        <p:spPr>
          <a:xfrm xmlns:a="http://schemas.openxmlformats.org/drawingml/2006/main">
            <a:off x="812800" y="5080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Xem vốn từ, chuỗi ngày học và gợi ý cho hôm nay.</a:t>
            </a:r>
            <a:endParaRPr sz="1400"/>
          </a:p>
        </p:txBody>
      </p:sp>
      <p:sp>
        <p:nvSpPr>
          <p:cNvPr id="10" name="Shape 8">
            <a:extLst xmlns:a="http://schemas.openxmlformats.org/drawingml/2006/main">
              <a:ext uri="{FF2B5EF4-FFF2-40B4-BE49-F238E27FC236}">
                <a16:creationId xmlns:a16="http://schemas.microsoft.com/office/drawing/2014/main" id="{60D8EB30-D93D-4356-81B0-CA68C90929BC}"/>
              </a:ext>
            </a:extLst>
          </p:cNvPr>
          <p:cNvSpPr>
            <a:spLocks xmlns:a="http://schemas.openxmlformats.org/drawingml/2006/main" noGrp="1"/>
          </p:cNvSpPr>
          <p:nvPr/>
        </p:nvSpPr>
        <p:spPr>
          <a:xfrm xmlns:a="http://schemas.openxmlformats.org/drawingml/2006/main">
            <a:off x="6527800" y="1003300"/>
            <a:ext cx="2382424" cy="4978400"/>
          </a:xfrm>
          <a:prstGeom xmlns:a="http://schemas.openxmlformats.org/drawingml/2006/main" prst="roundRect">
            <a:avLst>
              <a:gd name="adj" fmla="val 4606"/>
            </a:avLst>
          </a:prstGeom>
          <a:noFill xmlns:a="http://schemas.openxmlformats.org/drawingml/2006/main"/>
          <a:ln xmlns:a="http://schemas.openxmlformats.org/drawingml/2006/main" w="0">
            <a:noFill/>
          </a:ln>
        </p:spPr>
      </p:sp>
      <p:pic>
        <p:nvPicPr>
          <p:cNvPr id="11" name="Image 0">
            <a:extLst xmlns:a="http://schemas.openxmlformats.org/drawingml/2006/main">
              <a:ext uri="{FF2B5EF4-FFF2-40B4-BE49-F238E27FC236}">
                <a16:creationId xmlns:a16="http://schemas.microsoft.com/office/drawing/2014/main" id="{EF430810-43D2-4669-8304-D26BF48C9971}"/>
              </a:ext>
            </a:extLst>
          </p:cNvPr>
          <p:cNvPicPr>
            <a:picLocks xmlns:a="http://schemas.openxmlformats.org/drawingml/2006/main" noChangeAspect="1"/>
          </p:cNvPicPr>
          <p:nvPr/>
        </p:nvPicPr>
        <p:blipFill>
          <a:blip xmlns:r="http://schemas.openxmlformats.org/officeDocument/2006/relationships" xmlns:a="http://schemas.openxmlformats.org/drawingml/2006/main" r:embed="R485c5ada86d64cfd"/>
          <a:stretch xmlns:a="http://schemas.openxmlformats.org/drawingml/2006/main"/>
        </p:blipFill>
        <p:spPr>
          <a:xfrm xmlns:a="http://schemas.openxmlformats.org/drawingml/2006/main">
            <a:off x="6604000" y="1183584"/>
            <a:ext cx="2230024" cy="4617833"/>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0DA1C126-7BC1-4A3D-BBA9-0F0AF90FBC2E}"/>
              </a:ext>
            </a:extLst>
          </p:cNvPr>
          <p:cNvSpPr>
            <a:spLocks xmlns:a="http://schemas.openxmlformats.org/drawingml/2006/main" noGrp="1"/>
          </p:cNvSpPr>
          <p:nvPr/>
        </p:nvSpPr>
        <p:spPr>
          <a:xfrm xmlns:a="http://schemas.openxmlformats.org/drawingml/2006/main">
            <a:off x="9113424" y="1003300"/>
            <a:ext cx="2382424" cy="4978400"/>
          </a:xfrm>
          <a:prstGeom xmlns:a="http://schemas.openxmlformats.org/drawingml/2006/main" prst="roundRect">
            <a:avLst>
              <a:gd name="adj" fmla="val 4606"/>
            </a:avLst>
          </a:prstGeom>
          <a:noFill xmlns:a="http://schemas.openxmlformats.org/drawingml/2006/main"/>
          <a:ln xmlns:a="http://schemas.openxmlformats.org/drawingml/2006/main" w="0">
            <a:noFill/>
          </a:ln>
        </p:spPr>
      </p:sp>
      <p:pic>
        <p:nvPicPr>
          <p:cNvPr id="13" name="Image 1">
            <a:extLst xmlns:a="http://schemas.openxmlformats.org/drawingml/2006/main">
              <a:ext uri="{FF2B5EF4-FFF2-40B4-BE49-F238E27FC236}">
                <a16:creationId xmlns:a16="http://schemas.microsoft.com/office/drawing/2014/main" id="{2C09A6E1-80B5-40BC-8C34-5FDE47F55310}"/>
              </a:ext>
            </a:extLst>
          </p:cNvPr>
          <p:cNvPicPr>
            <a:picLocks xmlns:a="http://schemas.openxmlformats.org/drawingml/2006/main" noChangeAspect="1"/>
          </p:cNvPicPr>
          <p:nvPr/>
        </p:nvPicPr>
        <p:blipFill>
          <a:blip xmlns:r="http://schemas.openxmlformats.org/officeDocument/2006/relationships" xmlns:a="http://schemas.openxmlformats.org/drawingml/2006/main" r:embed="R8593f7e6e3d645a4"/>
          <a:stretch xmlns:a="http://schemas.openxmlformats.org/drawingml/2006/main"/>
        </p:blipFill>
        <p:spPr>
          <a:xfrm xmlns:a="http://schemas.openxmlformats.org/drawingml/2006/main">
            <a:off x="9189624" y="1183584"/>
            <a:ext cx="2230024" cy="4617833"/>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7E4EB3A-34A5-4E1D-BE18-1BF0D20D69C4}"/>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06</a:t>
            </a:r>
          </a:p>
        </p:txBody>
      </p:sp>
    </p:spTree>
    <p:extLst>
      <p:ext uri="{BB962C8B-B14F-4D97-AF65-F5344CB8AC3E}">
        <p14:creationId xmlns:p14="http://schemas.microsoft.com/office/powerpoint/2010/main" val="395155835"/>
      </p:ext>
    </p:extLst>
  </p:cSld>
</p:sld>
</file>

<file path=ppt/slides/slide7.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DBA628-6A90-4CA8-8EA8-607F8EE3F362}"/>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TÍNH NĂNG</a:t>
            </a:r>
            <a:endParaRPr sz="1200"/>
          </a:p>
        </p:txBody>
      </p:sp>
      <p:sp>
        <p:nvSpPr>
          <p:cNvPr id="3" name="Text 1">
            <a:extLst xmlns:a="http://schemas.openxmlformats.org/drawingml/2006/main">
              <a:ext uri="{FF2B5EF4-FFF2-40B4-BE49-F238E27FC236}">
                <a16:creationId xmlns:a16="http://schemas.microsoft.com/office/drawing/2014/main" id="{BFDF97C9-043E-4248-833E-F5FC86FD5414}"/>
              </a:ext>
            </a:extLst>
          </p:cNvPr>
          <p:cNvSpPr>
            <a:spLocks xmlns:a="http://schemas.openxmlformats.org/drawingml/2006/main" noGrp="1"/>
          </p:cNvSpPr>
          <p:nvPr/>
        </p:nvSpPr>
        <p:spPr>
          <a:xfrm xmlns:a="http://schemas.openxmlformats.org/drawingml/2006/main">
            <a:off x="812800" y="1117600"/>
            <a:ext cx="5207000" cy="1397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8000"/>
              </a:lnSpc>
              <a:buNone/>
              <a:defRPr sz="3000" b="1">
                <a:solidFill>
                  <a:srgbClr val="202431"/>
                </a:solidFill>
                <a:latin typeface="Arial"/>
                <a:ea typeface="Arial"/>
                <a:cs typeface="Arial"/>
              </a:defRPr>
            </a:pPr>
            <a:r>
              <a:rPr sz="3000" b="1">
                <a:solidFill>
                  <a:srgbClr val="202431"/>
                </a:solidFill>
                <a:latin typeface="Arial"/>
                <a:ea typeface="Arial"/>
                <a:cs typeface="Arial"/>
              </a:rPr>
              <a:t>Từ điển gắn với việc học</a:t>
            </a:r>
            <a:endParaRPr sz="3200"/>
          </a:p>
        </p:txBody>
      </p:sp>
      <p:sp>
        <p:nvSpPr>
          <p:cNvPr id="4" name="Text 2">
            <a:extLst xmlns:a="http://schemas.openxmlformats.org/drawingml/2006/main">
              <a:ext uri="{FF2B5EF4-FFF2-40B4-BE49-F238E27FC236}">
                <a16:creationId xmlns:a16="http://schemas.microsoft.com/office/drawing/2014/main" id="{923439CE-5FA2-4BC6-A213-BB60524C64DA}"/>
              </a:ext>
            </a:extLst>
          </p:cNvPr>
          <p:cNvSpPr>
            <a:spLocks xmlns:a="http://schemas.openxmlformats.org/drawingml/2006/main" noGrp="1"/>
          </p:cNvSpPr>
          <p:nvPr/>
        </p:nvSpPr>
        <p:spPr>
          <a:xfrm xmlns:a="http://schemas.openxmlformats.org/drawingml/2006/main">
            <a:off x="812800" y="2730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Tra bằng cách quen thuộc</a:t>
            </a:r>
            <a:endParaRPr sz="1700"/>
          </a:p>
        </p:txBody>
      </p:sp>
      <p:sp>
        <p:nvSpPr>
          <p:cNvPr id="5" name="Text 3">
            <a:extLst xmlns:a="http://schemas.openxmlformats.org/drawingml/2006/main">
              <a:ext uri="{FF2B5EF4-FFF2-40B4-BE49-F238E27FC236}">
                <a16:creationId xmlns:a16="http://schemas.microsoft.com/office/drawing/2014/main" id="{111F1DA2-AC5A-41DB-8ADC-F5FE80BE336C}"/>
              </a:ext>
            </a:extLst>
          </p:cNvPr>
          <p:cNvSpPr>
            <a:spLocks xmlns:a="http://schemas.openxmlformats.org/drawingml/2006/main" noGrp="1"/>
          </p:cNvSpPr>
          <p:nvPr/>
        </p:nvSpPr>
        <p:spPr>
          <a:xfrm xmlns:a="http://schemas.openxmlformats.org/drawingml/2006/main">
            <a:off x="812800" y="3048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Chữ Hán, pinyin hoặc tiếng Việt không dấu. Dữ liệu theo HSK 3.0.</a:t>
            </a:r>
            <a:endParaRPr sz="1400"/>
          </a:p>
        </p:txBody>
      </p:sp>
      <p:sp>
        <p:nvSpPr>
          <p:cNvPr id="6" name="Text 4">
            <a:extLst xmlns:a="http://schemas.openxmlformats.org/drawingml/2006/main">
              <a:ext uri="{FF2B5EF4-FFF2-40B4-BE49-F238E27FC236}">
                <a16:creationId xmlns:a16="http://schemas.microsoft.com/office/drawing/2014/main" id="{FDE4CF28-11FB-42E4-BE9D-8B6513853BB6}"/>
              </a:ext>
            </a:extLst>
          </p:cNvPr>
          <p:cNvSpPr>
            <a:spLocks xmlns:a="http://schemas.openxmlformats.org/drawingml/2006/main" noGrp="1"/>
          </p:cNvSpPr>
          <p:nvPr/>
        </p:nvSpPr>
        <p:spPr>
          <a:xfrm xmlns:a="http://schemas.openxmlformats.org/drawingml/2006/main">
            <a:off x="812800" y="3746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Hiểu cấu tạo và cách viết</a:t>
            </a:r>
            <a:endParaRPr sz="1700"/>
          </a:p>
        </p:txBody>
      </p:sp>
      <p:sp>
        <p:nvSpPr>
          <p:cNvPr id="7" name="Text 5">
            <a:extLst xmlns:a="http://schemas.openxmlformats.org/drawingml/2006/main">
              <a:ext uri="{FF2B5EF4-FFF2-40B4-BE49-F238E27FC236}">
                <a16:creationId xmlns:a16="http://schemas.microsoft.com/office/drawing/2014/main" id="{D97FB718-DD3B-47F6-908F-03A5D14D001E}"/>
              </a:ext>
            </a:extLst>
          </p:cNvPr>
          <p:cNvSpPr>
            <a:spLocks xmlns:a="http://schemas.openxmlformats.org/drawingml/2006/main" noGrp="1"/>
          </p:cNvSpPr>
          <p:nvPr/>
        </p:nvSpPr>
        <p:spPr>
          <a:xfrm xmlns:a="http://schemas.openxmlformats.org/drawingml/2006/main">
            <a:off x="812800" y="4064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Xem âm Hán Việt từng chữ, ví dụ và thứ tự nét.</a:t>
            </a:r>
            <a:endParaRPr sz="1400"/>
          </a:p>
        </p:txBody>
      </p:sp>
      <p:sp>
        <p:nvSpPr>
          <p:cNvPr id="8" name="Text 6">
            <a:extLst xmlns:a="http://schemas.openxmlformats.org/drawingml/2006/main">
              <a:ext uri="{FF2B5EF4-FFF2-40B4-BE49-F238E27FC236}">
                <a16:creationId xmlns:a16="http://schemas.microsoft.com/office/drawing/2014/main" id="{7F348C62-FAFE-442B-8284-53A5FFD5D3CB}"/>
              </a:ext>
            </a:extLst>
          </p:cNvPr>
          <p:cNvSpPr>
            <a:spLocks xmlns:a="http://schemas.openxmlformats.org/drawingml/2006/main" noGrp="1"/>
          </p:cNvSpPr>
          <p:nvPr/>
        </p:nvSpPr>
        <p:spPr>
          <a:xfrm xmlns:a="http://schemas.openxmlformats.org/drawingml/2006/main">
            <a:off x="812800" y="4762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Tra cả một câu</a:t>
            </a:r>
            <a:endParaRPr sz="1700"/>
          </a:p>
        </p:txBody>
      </p:sp>
      <p:sp>
        <p:nvSpPr>
          <p:cNvPr id="9" name="Text 7">
            <a:extLst xmlns:a="http://schemas.openxmlformats.org/drawingml/2006/main">
              <a:ext uri="{FF2B5EF4-FFF2-40B4-BE49-F238E27FC236}">
                <a16:creationId xmlns:a16="http://schemas.microsoft.com/office/drawing/2014/main" id="{B1AF7FA0-A6D4-4167-9154-D45108A5D71E}"/>
              </a:ext>
            </a:extLst>
          </p:cNvPr>
          <p:cNvSpPr>
            <a:spLocks xmlns:a="http://schemas.openxmlformats.org/drawingml/2006/main" noGrp="1"/>
          </p:cNvSpPr>
          <p:nvPr/>
        </p:nvSpPr>
        <p:spPr>
          <a:xfrm xmlns:a="http://schemas.openxmlformats.org/drawingml/2006/main">
            <a:off x="812800" y="5080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Tách từ, pinyin và âm Hán Việt. Phân tích sâu hơn bằng AI.</a:t>
            </a:r>
            <a:endParaRPr sz="1400"/>
          </a:p>
        </p:txBody>
      </p:sp>
      <p:sp>
        <p:nvSpPr>
          <p:cNvPr id="10" name="Shape 8">
            <a:extLst xmlns:a="http://schemas.openxmlformats.org/drawingml/2006/main">
              <a:ext uri="{FF2B5EF4-FFF2-40B4-BE49-F238E27FC236}">
                <a16:creationId xmlns:a16="http://schemas.microsoft.com/office/drawing/2014/main" id="{85195241-698B-4388-95EE-0D2825DBAE04}"/>
              </a:ext>
            </a:extLst>
          </p:cNvPr>
          <p:cNvSpPr>
            <a:spLocks xmlns:a="http://schemas.openxmlformats.org/drawingml/2006/main" noGrp="1"/>
          </p:cNvSpPr>
          <p:nvPr/>
        </p:nvSpPr>
        <p:spPr>
          <a:xfrm xmlns:a="http://schemas.openxmlformats.org/drawingml/2006/main">
            <a:off x="6527800"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1" name="Image 0">
            <a:extLst xmlns:a="http://schemas.openxmlformats.org/drawingml/2006/main">
              <a:ext uri="{FF2B5EF4-FFF2-40B4-BE49-F238E27FC236}">
                <a16:creationId xmlns:a16="http://schemas.microsoft.com/office/drawing/2014/main" id="{BBD1E1C2-7289-429D-B1BF-989B72A7B84F}"/>
              </a:ext>
            </a:extLst>
          </p:cNvPr>
          <p:cNvPicPr>
            <a:picLocks xmlns:a="http://schemas.openxmlformats.org/drawingml/2006/main" noChangeAspect="1"/>
          </p:cNvPicPr>
          <p:nvPr/>
        </p:nvPicPr>
        <p:blipFill>
          <a:blip xmlns:r="http://schemas.openxmlformats.org/officeDocument/2006/relationships" xmlns:a="http://schemas.openxmlformats.org/drawingml/2006/main" r:embed="R7bf7e5520ca647c5"/>
          <a:stretch xmlns:a="http://schemas.openxmlformats.org/drawingml/2006/main">
            <a:fillRect l="0" t="0" r="0" b="0"/>
          </a:stretch>
        </p:blipFill>
        <p:spPr>
          <a:xfrm xmlns:a="http://schemas.openxmlformats.org/drawingml/2006/main">
            <a:off x="6604000" y="1079500"/>
            <a:ext cx="2230024" cy="4826000"/>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AF7F37D6-67BC-4599-AE16-4D0C2290107D}"/>
              </a:ext>
            </a:extLst>
          </p:cNvPr>
          <p:cNvSpPr>
            <a:spLocks xmlns:a="http://schemas.openxmlformats.org/drawingml/2006/main" noGrp="1"/>
          </p:cNvSpPr>
          <p:nvPr/>
        </p:nvSpPr>
        <p:spPr>
          <a:xfrm xmlns:a="http://schemas.openxmlformats.org/drawingml/2006/main">
            <a:off x="9113424"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3" name="Image 1">
            <a:extLst xmlns:a="http://schemas.openxmlformats.org/drawingml/2006/main">
              <a:ext uri="{FF2B5EF4-FFF2-40B4-BE49-F238E27FC236}">
                <a16:creationId xmlns:a16="http://schemas.microsoft.com/office/drawing/2014/main" id="{FF34B8B8-07E8-4FDA-BBB2-D573A866CDDB}"/>
              </a:ext>
            </a:extLst>
          </p:cNvPr>
          <p:cNvPicPr>
            <a:picLocks xmlns:a="http://schemas.openxmlformats.org/drawingml/2006/main" noChangeAspect="1"/>
          </p:cNvPicPr>
          <p:nvPr/>
        </p:nvPicPr>
        <p:blipFill>
          <a:blip xmlns:r="http://schemas.openxmlformats.org/officeDocument/2006/relationships" xmlns:a="http://schemas.openxmlformats.org/drawingml/2006/main" r:embed="R14ab81a741e8418e"/>
          <a:stretch xmlns:a="http://schemas.openxmlformats.org/drawingml/2006/main">
            <a:fillRect l="0" t="0" r="0" b="0"/>
          </a:stretch>
        </p:blipFill>
        <p:spPr>
          <a:xfrm xmlns:a="http://schemas.openxmlformats.org/drawingml/2006/main">
            <a:off x="9189624" y="1079500"/>
            <a:ext cx="2230024" cy="48260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7DD63CA-7EEE-436B-B2A3-48DDC0C98110}"/>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07</a:t>
            </a:r>
          </a:p>
        </p:txBody>
      </p:sp>
    </p:spTree>
    <p:extLst>
      <p:ext uri="{BB962C8B-B14F-4D97-AF65-F5344CB8AC3E}">
        <p14:creationId xmlns:p14="http://schemas.microsoft.com/office/powerpoint/2010/main" val="347910503"/>
      </p:ext>
    </p:extLst>
  </p:cSld>
</p:sld>
</file>

<file path=ppt/slides/slide8.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CB36B8-B068-47BD-964C-3B2E65EC9A6D}"/>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TÍNH NĂNG</a:t>
            </a:r>
            <a:endParaRPr sz="1200"/>
          </a:p>
        </p:txBody>
      </p:sp>
      <p:sp>
        <p:nvSpPr>
          <p:cNvPr id="3" name="Text 1">
            <a:extLst xmlns:a="http://schemas.openxmlformats.org/drawingml/2006/main">
              <a:ext uri="{FF2B5EF4-FFF2-40B4-BE49-F238E27FC236}">
                <a16:creationId xmlns:a16="http://schemas.microsoft.com/office/drawing/2014/main" id="{3445EAC1-402F-40C9-9F55-0B1A7D0CF844}"/>
              </a:ext>
            </a:extLst>
          </p:cNvPr>
          <p:cNvSpPr>
            <a:spLocks xmlns:a="http://schemas.openxmlformats.org/drawingml/2006/main" noGrp="1"/>
          </p:cNvSpPr>
          <p:nvPr/>
        </p:nvSpPr>
        <p:spPr>
          <a:xfrm xmlns:a="http://schemas.openxmlformats.org/drawingml/2006/main">
            <a:off x="812800" y="1117600"/>
            <a:ext cx="5207000" cy="1397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8000"/>
              </a:lnSpc>
              <a:buNone/>
              <a:defRPr sz="3000" b="1">
                <a:solidFill>
                  <a:srgbClr val="202431"/>
                </a:solidFill>
                <a:latin typeface="Arial"/>
                <a:ea typeface="Arial"/>
                <a:cs typeface="Arial"/>
              </a:defRPr>
            </a:pPr>
            <a:r>
              <a:rPr sz="3000" b="1">
                <a:solidFill>
                  <a:srgbClr val="202431"/>
                </a:solidFill>
                <a:latin typeface="Arial"/>
                <a:ea typeface="Arial"/>
                <a:cs typeface="Arial"/>
              </a:rPr>
              <a:t>Luyện thi HSK và chữa câu sai</a:t>
            </a:r>
            <a:endParaRPr sz="3200"/>
          </a:p>
        </p:txBody>
      </p:sp>
      <p:sp>
        <p:nvSpPr>
          <p:cNvPr id="4" name="Text 2">
            <a:extLst xmlns:a="http://schemas.openxmlformats.org/drawingml/2006/main">
              <a:ext uri="{FF2B5EF4-FFF2-40B4-BE49-F238E27FC236}">
                <a16:creationId xmlns:a16="http://schemas.microsoft.com/office/drawing/2014/main" id="{ABA229A2-A3D4-4312-B44D-FEFA1A060959}"/>
              </a:ext>
            </a:extLst>
          </p:cNvPr>
          <p:cNvSpPr>
            <a:spLocks xmlns:a="http://schemas.openxmlformats.org/drawingml/2006/main" noGrp="1"/>
          </p:cNvSpPr>
          <p:nvPr/>
        </p:nvSpPr>
        <p:spPr>
          <a:xfrm xmlns:a="http://schemas.openxmlformats.org/drawingml/2006/main">
            <a:off x="812800" y="2730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10 đề tự luyện HSK 1–4</a:t>
            </a:r>
            <a:endParaRPr sz="1700"/>
          </a:p>
        </p:txBody>
      </p:sp>
      <p:sp>
        <p:nvSpPr>
          <p:cNvPr id="5" name="Text 3">
            <a:extLst xmlns:a="http://schemas.openxmlformats.org/drawingml/2006/main">
              <a:ext uri="{FF2B5EF4-FFF2-40B4-BE49-F238E27FC236}">
                <a16:creationId xmlns:a16="http://schemas.microsoft.com/office/drawing/2014/main" id="{05D3486F-73E8-4057-A0FF-178CB367C184}"/>
              </a:ext>
            </a:extLst>
          </p:cNvPr>
          <p:cNvSpPr>
            <a:spLocks xmlns:a="http://schemas.openxmlformats.org/drawingml/2006/main" noGrp="1"/>
          </p:cNvSpPr>
          <p:nvPr/>
        </p:nvSpPr>
        <p:spPr>
          <a:xfrm xmlns:a="http://schemas.openxmlformats.org/drawingml/2006/main">
            <a:off x="812800" y="3048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Có đồng hồ, bảng câu và các phần theo từng cấp.</a:t>
            </a:r>
            <a:endParaRPr sz="1400"/>
          </a:p>
        </p:txBody>
      </p:sp>
      <p:sp>
        <p:nvSpPr>
          <p:cNvPr id="6" name="Text 4">
            <a:extLst xmlns:a="http://schemas.openxmlformats.org/drawingml/2006/main">
              <a:ext uri="{FF2B5EF4-FFF2-40B4-BE49-F238E27FC236}">
                <a16:creationId xmlns:a16="http://schemas.microsoft.com/office/drawing/2014/main" id="{D0F0FA68-3844-4B6A-BF51-027D38EACC63}"/>
              </a:ext>
            </a:extLst>
          </p:cNvPr>
          <p:cNvSpPr>
            <a:spLocks xmlns:a="http://schemas.openxmlformats.org/drawingml/2006/main" noGrp="1"/>
          </p:cNvSpPr>
          <p:nvPr/>
        </p:nvSpPr>
        <p:spPr>
          <a:xfrm xmlns:a="http://schemas.openxmlformats.org/drawingml/2006/main">
            <a:off x="812800" y="3746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Chấm điểm và giải thích</a:t>
            </a:r>
            <a:endParaRPr sz="1700"/>
          </a:p>
        </p:txBody>
      </p:sp>
      <p:sp>
        <p:nvSpPr>
          <p:cNvPr id="7" name="Text 5">
            <a:extLst xmlns:a="http://schemas.openxmlformats.org/drawingml/2006/main">
              <a:ext uri="{FF2B5EF4-FFF2-40B4-BE49-F238E27FC236}">
                <a16:creationId xmlns:a16="http://schemas.microsoft.com/office/drawing/2014/main" id="{C1EC9EB7-5450-4F50-90E9-89D910C20F69}"/>
              </a:ext>
            </a:extLst>
          </p:cNvPr>
          <p:cNvSpPr>
            <a:spLocks xmlns:a="http://schemas.openxmlformats.org/drawingml/2006/main" noGrp="1"/>
          </p:cNvSpPr>
          <p:nvPr/>
        </p:nvSpPr>
        <p:spPr>
          <a:xfrm xmlns:a="http://schemas.openxmlformats.org/drawingml/2006/main">
            <a:off x="812800" y="4064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Xem điểm từng phần, đáp án, lời thoại và giải thích tiếng Việt.</a:t>
            </a:r>
            <a:endParaRPr sz="1400"/>
          </a:p>
        </p:txBody>
      </p:sp>
      <p:sp>
        <p:nvSpPr>
          <p:cNvPr id="8" name="Text 6">
            <a:extLst xmlns:a="http://schemas.openxmlformats.org/drawingml/2006/main">
              <a:ext uri="{FF2B5EF4-FFF2-40B4-BE49-F238E27FC236}">
                <a16:creationId xmlns:a16="http://schemas.microsoft.com/office/drawing/2014/main" id="{036D9D23-0CFE-42BD-8A09-EED2B95B6EF3}"/>
              </a:ext>
            </a:extLst>
          </p:cNvPr>
          <p:cNvSpPr>
            <a:spLocks xmlns:a="http://schemas.openxmlformats.org/drawingml/2006/main" noGrp="1"/>
          </p:cNvSpPr>
          <p:nvPr/>
        </p:nvSpPr>
        <p:spPr>
          <a:xfrm xmlns:a="http://schemas.openxmlformats.org/drawingml/2006/main">
            <a:off x="812800" y="4762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Luyện lại phần chưa vững</a:t>
            </a:r>
            <a:endParaRPr sz="1700"/>
          </a:p>
        </p:txBody>
      </p:sp>
      <p:sp>
        <p:nvSpPr>
          <p:cNvPr id="9" name="Text 7">
            <a:extLst xmlns:a="http://schemas.openxmlformats.org/drawingml/2006/main">
              <a:ext uri="{FF2B5EF4-FFF2-40B4-BE49-F238E27FC236}">
                <a16:creationId xmlns:a16="http://schemas.microsoft.com/office/drawing/2014/main" id="{2E28808D-99D3-440D-8237-D1266457D28F}"/>
              </a:ext>
            </a:extLst>
          </p:cNvPr>
          <p:cNvSpPr>
            <a:spLocks xmlns:a="http://schemas.openxmlformats.org/drawingml/2006/main" noGrp="1"/>
          </p:cNvSpPr>
          <p:nvPr/>
        </p:nvSpPr>
        <p:spPr>
          <a:xfrm xmlns:a="http://schemas.openxmlformats.org/drawingml/2006/main">
            <a:off x="812800" y="5080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Khách làm được đề. Tài khoản giúp lưu kết quả học.</a:t>
            </a:r>
            <a:endParaRPr sz="1400"/>
          </a:p>
        </p:txBody>
      </p:sp>
      <p:sp>
        <p:nvSpPr>
          <p:cNvPr id="10" name="Shape 8">
            <a:extLst xmlns:a="http://schemas.openxmlformats.org/drawingml/2006/main">
              <a:ext uri="{FF2B5EF4-FFF2-40B4-BE49-F238E27FC236}">
                <a16:creationId xmlns:a16="http://schemas.microsoft.com/office/drawing/2014/main" id="{29D1274E-4E3B-48C0-A3A0-1AAE655D388A}"/>
              </a:ext>
            </a:extLst>
          </p:cNvPr>
          <p:cNvSpPr>
            <a:spLocks xmlns:a="http://schemas.openxmlformats.org/drawingml/2006/main" noGrp="1"/>
          </p:cNvSpPr>
          <p:nvPr/>
        </p:nvSpPr>
        <p:spPr>
          <a:xfrm xmlns:a="http://schemas.openxmlformats.org/drawingml/2006/main">
            <a:off x="6527800"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1" name="Image 0">
            <a:extLst xmlns:a="http://schemas.openxmlformats.org/drawingml/2006/main">
              <a:ext uri="{FF2B5EF4-FFF2-40B4-BE49-F238E27FC236}">
                <a16:creationId xmlns:a16="http://schemas.microsoft.com/office/drawing/2014/main" id="{0D0A9E0B-666B-4C88-8FAD-C31B622D72B1}"/>
              </a:ext>
            </a:extLst>
          </p:cNvPr>
          <p:cNvPicPr>
            <a:picLocks xmlns:a="http://schemas.openxmlformats.org/drawingml/2006/main" noChangeAspect="1"/>
          </p:cNvPicPr>
          <p:nvPr/>
        </p:nvPicPr>
        <p:blipFill>
          <a:blip xmlns:r="http://schemas.openxmlformats.org/officeDocument/2006/relationships" xmlns:a="http://schemas.openxmlformats.org/drawingml/2006/main" r:embed="Rc8d9842eb72a4b3c"/>
          <a:stretch xmlns:a="http://schemas.openxmlformats.org/drawingml/2006/main">
            <a:fillRect l="0" t="0" r="0" b="0"/>
          </a:stretch>
        </p:blipFill>
        <p:spPr>
          <a:xfrm xmlns:a="http://schemas.openxmlformats.org/drawingml/2006/main">
            <a:off x="6604000" y="1079500"/>
            <a:ext cx="2230024" cy="4826000"/>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E208556C-8DCC-442C-A3DA-4EBCA0CA429F}"/>
              </a:ext>
            </a:extLst>
          </p:cNvPr>
          <p:cNvSpPr>
            <a:spLocks xmlns:a="http://schemas.openxmlformats.org/drawingml/2006/main" noGrp="1"/>
          </p:cNvSpPr>
          <p:nvPr/>
        </p:nvSpPr>
        <p:spPr>
          <a:xfrm xmlns:a="http://schemas.openxmlformats.org/drawingml/2006/main">
            <a:off x="9113424"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3" name="Image 1">
            <a:extLst xmlns:a="http://schemas.openxmlformats.org/drawingml/2006/main">
              <a:ext uri="{FF2B5EF4-FFF2-40B4-BE49-F238E27FC236}">
                <a16:creationId xmlns:a16="http://schemas.microsoft.com/office/drawing/2014/main" id="{4AC5FDDD-6925-48F6-9C7F-511992F36265}"/>
              </a:ext>
            </a:extLst>
          </p:cNvPr>
          <p:cNvPicPr>
            <a:picLocks xmlns:a="http://schemas.openxmlformats.org/drawingml/2006/main" noChangeAspect="1"/>
          </p:cNvPicPr>
          <p:nvPr/>
        </p:nvPicPr>
        <p:blipFill>
          <a:blip xmlns:r="http://schemas.openxmlformats.org/officeDocument/2006/relationships" xmlns:a="http://schemas.openxmlformats.org/drawingml/2006/main" r:embed="R486b9a5e96de4764"/>
          <a:stretch xmlns:a="http://schemas.openxmlformats.org/drawingml/2006/main">
            <a:fillRect l="0" t="0" r="0" b="0"/>
          </a:stretch>
        </p:blipFill>
        <p:spPr>
          <a:xfrm xmlns:a="http://schemas.openxmlformats.org/drawingml/2006/main">
            <a:off x="9189624" y="1079500"/>
            <a:ext cx="2230024" cy="48260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5D0BC01-9A65-4A85-A972-3CEDFCCB0320}"/>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08</a:t>
            </a:r>
          </a:p>
        </p:txBody>
      </p:sp>
    </p:spTree>
    <p:extLst>
      <p:ext uri="{BB962C8B-B14F-4D97-AF65-F5344CB8AC3E}">
        <p14:creationId xmlns:p14="http://schemas.microsoft.com/office/powerpoint/2010/main" val="430005556"/>
      </p:ext>
    </p:extLst>
  </p:cSld>
</p:sld>
</file>

<file path=ppt/slides/slide9.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6004EF-22F1-485E-9C52-757D432D2A81}"/>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TÍNH NĂNG</a:t>
            </a:r>
            <a:endParaRPr sz="1200"/>
          </a:p>
        </p:txBody>
      </p:sp>
      <p:sp>
        <p:nvSpPr>
          <p:cNvPr id="3" name="Text 1">
            <a:extLst xmlns:a="http://schemas.openxmlformats.org/drawingml/2006/main">
              <a:ext uri="{FF2B5EF4-FFF2-40B4-BE49-F238E27FC236}">
                <a16:creationId xmlns:a16="http://schemas.microsoft.com/office/drawing/2014/main" id="{8BB8AC42-40EA-4016-8A54-099B73CF42CD}"/>
              </a:ext>
            </a:extLst>
          </p:cNvPr>
          <p:cNvSpPr>
            <a:spLocks xmlns:a="http://schemas.openxmlformats.org/drawingml/2006/main" noGrp="1"/>
          </p:cNvSpPr>
          <p:nvPr/>
        </p:nvSpPr>
        <p:spPr>
          <a:xfrm xmlns:a="http://schemas.openxmlformats.org/drawingml/2006/main">
            <a:off x="812800" y="1117600"/>
            <a:ext cx="5207000" cy="1397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8000"/>
              </a:lnSpc>
              <a:buNone/>
              <a:defRPr sz="3000" b="1">
                <a:solidFill>
                  <a:srgbClr val="202431"/>
                </a:solidFill>
                <a:latin typeface="Arial"/>
                <a:ea typeface="Arial"/>
                <a:cs typeface="Arial"/>
              </a:defRPr>
            </a:pPr>
            <a:r>
              <a:rPr sz="3000" b="1">
                <a:solidFill>
                  <a:srgbClr val="202431"/>
                </a:solidFill>
                <a:latin typeface="Arial"/>
                <a:ea typeface="Arial"/>
                <a:cs typeface="Arial"/>
              </a:rPr>
              <a:t>Video, AI và lớp học</a:t>
            </a:r>
            <a:endParaRPr sz="3200"/>
          </a:p>
        </p:txBody>
      </p:sp>
      <p:sp>
        <p:nvSpPr>
          <p:cNvPr id="4" name="Text 2">
            <a:extLst xmlns:a="http://schemas.openxmlformats.org/drawingml/2006/main">
              <a:ext uri="{FF2B5EF4-FFF2-40B4-BE49-F238E27FC236}">
                <a16:creationId xmlns:a16="http://schemas.microsoft.com/office/drawing/2014/main" id="{44742855-CF12-443D-92DA-B7DE321F56D5}"/>
              </a:ext>
            </a:extLst>
          </p:cNvPr>
          <p:cNvSpPr>
            <a:spLocks xmlns:a="http://schemas.openxmlformats.org/drawingml/2006/main" noGrp="1"/>
          </p:cNvSpPr>
          <p:nvPr/>
        </p:nvSpPr>
        <p:spPr>
          <a:xfrm xmlns:a="http://schemas.openxmlformats.org/drawingml/2006/main">
            <a:off x="812800" y="2730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Học từ trong ngữ cảnh video</a:t>
            </a:r>
            <a:endParaRPr sz="1700"/>
          </a:p>
        </p:txBody>
      </p:sp>
      <p:sp>
        <p:nvSpPr>
          <p:cNvPr id="5" name="Text 3">
            <a:extLst xmlns:a="http://schemas.openxmlformats.org/drawingml/2006/main">
              <a:ext uri="{FF2B5EF4-FFF2-40B4-BE49-F238E27FC236}">
                <a16:creationId xmlns:a16="http://schemas.microsoft.com/office/drawing/2014/main" id="{26590722-F545-4787-8D8D-82E52178CC8A}"/>
              </a:ext>
            </a:extLst>
          </p:cNvPr>
          <p:cNvSpPr>
            <a:spLocks xmlns:a="http://schemas.openxmlformats.org/drawingml/2006/main" noGrp="1"/>
          </p:cNvSpPr>
          <p:nvPr/>
        </p:nvSpPr>
        <p:spPr>
          <a:xfrm xmlns:a="http://schemas.openxmlformats.org/drawingml/2006/main">
            <a:off x="812800" y="3048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Bản chép lời có pinyin và bản dịch. Chạm từ để tra và ôn.</a:t>
            </a:r>
            <a:endParaRPr sz="1400"/>
          </a:p>
        </p:txBody>
      </p:sp>
      <p:sp>
        <p:nvSpPr>
          <p:cNvPr id="6" name="Text 4">
            <a:extLst xmlns:a="http://schemas.openxmlformats.org/drawingml/2006/main">
              <a:ext uri="{FF2B5EF4-FFF2-40B4-BE49-F238E27FC236}">
                <a16:creationId xmlns:a16="http://schemas.microsoft.com/office/drawing/2014/main" id="{E0DDE002-F06F-466E-8647-0844040B0979}"/>
              </a:ext>
            </a:extLst>
          </p:cNvPr>
          <p:cNvSpPr>
            <a:spLocks xmlns:a="http://schemas.openxmlformats.org/drawingml/2006/main" noGrp="1"/>
          </p:cNvSpPr>
          <p:nvPr/>
        </p:nvSpPr>
        <p:spPr>
          <a:xfrm xmlns:a="http://schemas.openxmlformats.org/drawingml/2006/main">
            <a:off x="812800" y="3746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AI đóng vai theo tình huống</a:t>
            </a:r>
            <a:endParaRPr sz="1700"/>
          </a:p>
        </p:txBody>
      </p:sp>
      <p:sp>
        <p:nvSpPr>
          <p:cNvPr id="7" name="Text 5">
            <a:extLst xmlns:a="http://schemas.openxmlformats.org/drawingml/2006/main">
              <a:ext uri="{FF2B5EF4-FFF2-40B4-BE49-F238E27FC236}">
                <a16:creationId xmlns:a16="http://schemas.microsoft.com/office/drawing/2014/main" id="{F0EE233B-AFAA-4340-BBAF-322DF4B5A89B}"/>
              </a:ext>
            </a:extLst>
          </p:cNvPr>
          <p:cNvSpPr>
            <a:spLocks xmlns:a="http://schemas.openxmlformats.org/drawingml/2006/main" noGrp="1"/>
          </p:cNvSpPr>
          <p:nvPr/>
        </p:nvSpPr>
        <p:spPr>
          <a:xfrm xmlns:a="http://schemas.openxmlformats.org/drawingml/2006/main">
            <a:off x="812800" y="4064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Luyện hội thoại, xem pinyin và nhận gợi ý khi bí câu.</a:t>
            </a:r>
            <a:endParaRPr sz="1400"/>
          </a:p>
        </p:txBody>
      </p:sp>
      <p:sp>
        <p:nvSpPr>
          <p:cNvPr id="8" name="Text 6">
            <a:extLst xmlns:a="http://schemas.openxmlformats.org/drawingml/2006/main">
              <a:ext uri="{FF2B5EF4-FFF2-40B4-BE49-F238E27FC236}">
                <a16:creationId xmlns:a16="http://schemas.microsoft.com/office/drawing/2014/main" id="{BEC5E153-824D-4300-9736-E8A5422E0389}"/>
              </a:ext>
            </a:extLst>
          </p:cNvPr>
          <p:cNvSpPr>
            <a:spLocks xmlns:a="http://schemas.openxmlformats.org/drawingml/2006/main" noGrp="1"/>
          </p:cNvSpPr>
          <p:nvPr/>
        </p:nvSpPr>
        <p:spPr>
          <a:xfrm xmlns:a="http://schemas.openxmlformats.org/drawingml/2006/main">
            <a:off x="812800" y="4762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Giáo viên giao bài cho lớp</a:t>
            </a:r>
            <a:endParaRPr sz="1700"/>
          </a:p>
        </p:txBody>
      </p:sp>
      <p:sp>
        <p:nvSpPr>
          <p:cNvPr id="9" name="Text 7">
            <a:extLst xmlns:a="http://schemas.openxmlformats.org/drawingml/2006/main">
              <a:ext uri="{FF2B5EF4-FFF2-40B4-BE49-F238E27FC236}">
                <a16:creationId xmlns:a16="http://schemas.microsoft.com/office/drawing/2014/main" id="{540A89AA-7E78-4779-82F6-83FCB2F97C1F}"/>
              </a:ext>
            </a:extLst>
          </p:cNvPr>
          <p:cNvSpPr>
            <a:spLocks xmlns:a="http://schemas.openxmlformats.org/drawingml/2006/main" noGrp="1"/>
          </p:cNvSpPr>
          <p:nvPr/>
        </p:nvSpPr>
        <p:spPr>
          <a:xfrm xmlns:a="http://schemas.openxmlformats.org/drawingml/2006/main">
            <a:off x="812800" y="5080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Dùng mã lớp, giao bài học hoặc đề thi và theo dõi kết quả.</a:t>
            </a:r>
            <a:endParaRPr sz="1400"/>
          </a:p>
        </p:txBody>
      </p:sp>
      <p:sp>
        <p:nvSpPr>
          <p:cNvPr id="10" name="Shape 8">
            <a:extLst xmlns:a="http://schemas.openxmlformats.org/drawingml/2006/main">
              <a:ext uri="{FF2B5EF4-FFF2-40B4-BE49-F238E27FC236}">
                <a16:creationId xmlns:a16="http://schemas.microsoft.com/office/drawing/2014/main" id="{268B77AD-84B6-4CF7-8792-D5BD5A6B189E}"/>
              </a:ext>
            </a:extLst>
          </p:cNvPr>
          <p:cNvSpPr>
            <a:spLocks xmlns:a="http://schemas.openxmlformats.org/drawingml/2006/main" noGrp="1"/>
          </p:cNvSpPr>
          <p:nvPr/>
        </p:nvSpPr>
        <p:spPr>
          <a:xfrm xmlns:a="http://schemas.openxmlformats.org/drawingml/2006/main">
            <a:off x="6527800"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1" name="Image 0">
            <a:extLst xmlns:a="http://schemas.openxmlformats.org/drawingml/2006/main">
              <a:ext uri="{FF2B5EF4-FFF2-40B4-BE49-F238E27FC236}">
                <a16:creationId xmlns:a16="http://schemas.microsoft.com/office/drawing/2014/main" id="{9223D0B5-4E6E-4808-B12F-AA96AFD57807}"/>
              </a:ext>
            </a:extLst>
          </p:cNvPr>
          <p:cNvPicPr>
            <a:picLocks xmlns:a="http://schemas.openxmlformats.org/drawingml/2006/main" noChangeAspect="1"/>
          </p:cNvPicPr>
          <p:nvPr/>
        </p:nvPicPr>
        <p:blipFill>
          <a:blip xmlns:r="http://schemas.openxmlformats.org/officeDocument/2006/relationships" xmlns:a="http://schemas.openxmlformats.org/drawingml/2006/main" r:embed="Rd2fd92720ab944f7"/>
          <a:stretch xmlns:a="http://schemas.openxmlformats.org/drawingml/2006/main"/>
        </p:blipFill>
        <p:spPr>
          <a:xfrm xmlns:a="http://schemas.openxmlformats.org/drawingml/2006/main">
            <a:off x="6604000" y="1158754"/>
            <a:ext cx="2230024" cy="4667492"/>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0CEAFBF8-B3C1-4816-A411-B5CE0D0D83B4}"/>
              </a:ext>
            </a:extLst>
          </p:cNvPr>
          <p:cNvSpPr>
            <a:spLocks xmlns:a="http://schemas.openxmlformats.org/drawingml/2006/main" noGrp="1"/>
          </p:cNvSpPr>
          <p:nvPr/>
        </p:nvSpPr>
        <p:spPr>
          <a:xfrm xmlns:a="http://schemas.openxmlformats.org/drawingml/2006/main">
            <a:off x="9113424"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3" name="Image 1">
            <a:extLst xmlns:a="http://schemas.openxmlformats.org/drawingml/2006/main">
              <a:ext uri="{FF2B5EF4-FFF2-40B4-BE49-F238E27FC236}">
                <a16:creationId xmlns:a16="http://schemas.microsoft.com/office/drawing/2014/main" id="{6DBC8B7C-7C37-48EC-839B-E90F3D8E7895}"/>
              </a:ext>
            </a:extLst>
          </p:cNvPr>
          <p:cNvPicPr>
            <a:picLocks xmlns:a="http://schemas.openxmlformats.org/drawingml/2006/main" noChangeAspect="1"/>
          </p:cNvPicPr>
          <p:nvPr/>
        </p:nvPicPr>
        <p:blipFill>
          <a:blip xmlns:r="http://schemas.openxmlformats.org/officeDocument/2006/relationships" xmlns:a="http://schemas.openxmlformats.org/drawingml/2006/main" r:embed="Rec358744f9c648a6"/>
          <a:stretch xmlns:a="http://schemas.openxmlformats.org/drawingml/2006/main">
            <a:fillRect l="0" t="0" r="0" b="0"/>
          </a:stretch>
        </p:blipFill>
        <p:spPr>
          <a:xfrm xmlns:a="http://schemas.openxmlformats.org/drawingml/2006/main">
            <a:off x="9189624" y="1079500"/>
            <a:ext cx="2230024" cy="48260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EC3394F-246C-423B-A481-FF119541C278}"/>
              </a:ext>
            </a:extLst>
          </p:cNvPr>
          <p:cNvSpPr>
            <a:spLocks xmlns:a="http://schemas.openxmlformats.org/drawingml/2006/main" noGrp="1"/>
          </p:cNvSpPr>
          <p:nvPr/>
        </p:nvSpPr>
        <p:spPr>
          <a:xfrm xmlns:a="http://schemas.openxmlformats.org/drawingml/2006/main">
            <a:off x="6572250" y="78105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1">
                <a:solidFill>
                  <a:srgbClr val="535B69"/>
                </a:solidFill>
                <a:latin typeface="Arial"/>
                <a:ea typeface="Arial"/>
                <a:cs typeface="Arial"/>
              </a:defRPr>
            </a:defPPr>
            <a:lvl1pPr>
              <a:defRPr sz="900" b="1">
                <a:solidFill>
                  <a:srgbClr val="535B69"/>
                </a:solidFill>
                <a:latin typeface="Arial"/>
                <a:ea typeface="Arial"/>
                <a:cs typeface="Arial"/>
              </a:defRPr>
            </a:lvl1pPr>
            <a:lvl2pPr>
              <a:defRPr sz="900" b="1">
                <a:solidFill>
                  <a:srgbClr val="535B69"/>
                </a:solidFill>
                <a:latin typeface="Arial"/>
                <a:ea typeface="Arial"/>
                <a:cs typeface="Arial"/>
              </a:defRPr>
            </a:lvl2pPr>
            <a:lvl3pPr>
              <a:defRPr sz="900" b="1">
                <a:solidFill>
                  <a:srgbClr val="535B69"/>
                </a:solidFill>
                <a:latin typeface="Arial"/>
                <a:ea typeface="Arial"/>
                <a:cs typeface="Arial"/>
              </a:defRPr>
            </a:lvl3pPr>
            <a:lvl4pPr>
              <a:defRPr sz="900" b="1">
                <a:solidFill>
                  <a:srgbClr val="535B69"/>
                </a:solidFill>
                <a:latin typeface="Arial"/>
                <a:ea typeface="Arial"/>
                <a:cs typeface="Arial"/>
              </a:defRPr>
            </a:lvl4pPr>
            <a:lvl5pPr>
              <a:defRPr sz="900" b="1">
                <a:solidFill>
                  <a:srgbClr val="535B69"/>
                </a:solidFill>
                <a:latin typeface="Arial"/>
                <a:ea typeface="Arial"/>
                <a:cs typeface="Arial"/>
              </a:defRPr>
            </a:lvl5pPr>
            <a:lvl6pPr>
              <a:defRPr sz="900" b="1">
                <a:solidFill>
                  <a:srgbClr val="535B69"/>
                </a:solidFill>
                <a:latin typeface="Arial"/>
                <a:ea typeface="Arial"/>
                <a:cs typeface="Arial"/>
              </a:defRPr>
            </a:lvl6pPr>
            <a:lvl7pPr>
              <a:defRPr sz="900" b="1">
                <a:solidFill>
                  <a:srgbClr val="535B69"/>
                </a:solidFill>
                <a:latin typeface="Arial"/>
                <a:ea typeface="Arial"/>
                <a:cs typeface="Arial"/>
              </a:defRPr>
            </a:lvl7pPr>
            <a:lvl8pPr>
              <a:defRPr sz="900" b="1">
                <a:solidFill>
                  <a:srgbClr val="535B69"/>
                </a:solidFill>
                <a:latin typeface="Arial"/>
                <a:ea typeface="Arial"/>
                <a:cs typeface="Arial"/>
              </a:defRPr>
            </a:lvl8pPr>
            <a:lvl9pPr>
              <a:defRPr sz="900" b="1">
                <a:solidFill>
                  <a:srgbClr val="535B69"/>
                </a:solidFill>
                <a:latin typeface="Arial"/>
                <a:ea typeface="Arial"/>
                <a:cs typeface="Arial"/>
              </a:defRPr>
            </a:lvl9pPr>
          </a:lstStyle>
          <a:p xmlns:a="http://schemas.openxmlformats.org/drawingml/2006/main">
            <a:pPr>
              <a:defRPr sz="900" b="1">
                <a:solidFill>
                  <a:srgbClr val="535B69"/>
                </a:solidFill>
                <a:latin typeface="Arial"/>
                <a:ea typeface="Arial"/>
                <a:cs typeface="Arial"/>
              </a:defRPr>
            </a:pPr>
            <a:r>
              <a:rPr sz="900" b="1">
                <a:solidFill>
                  <a:srgbClr val="535B69"/>
                </a:solidFill>
                <a:latin typeface="Arial"/>
                <a:ea typeface="Arial"/>
                <a:cs typeface="Arial"/>
              </a:rPr>
              <a:t>BẢN WEB</a:t>
            </a:r>
          </a:p>
        </p:txBody>
      </p:sp>
      <p:sp>
        <p:nvSpPr>
          <p:cNvPr id="15" name="">
            <a:extLst xmlns:a="http://schemas.openxmlformats.org/drawingml/2006/main">
              <a:ext uri="{FF2B5EF4-FFF2-40B4-BE49-F238E27FC236}">
                <a16:creationId xmlns:a16="http://schemas.microsoft.com/office/drawing/2014/main" id="{3DDBF069-F852-4CB6-AF40-3DC4D48061B9}"/>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09</a:t>
            </a:r>
          </a:p>
        </p:txBody>
      </p:sp>
    </p:spTree>
    <p:extLst>
      <p:ext uri="{BB962C8B-B14F-4D97-AF65-F5344CB8AC3E}">
        <p14:creationId xmlns:p14="http://schemas.microsoft.com/office/powerpoint/2010/main" val="2078883820"/>
      </p:ext>
    </p:extLst>
  </p:cSld>
</p:sld>
</file>

<file path=ppt/slides/slide10.xml><?xml version="1.0" encoding="utf-8"?>
<p:sld xmlns:p="http://schemas.openxmlformats.org/presentationml/2006/main">
  <p:cSld>
    <p:bg>
      <p:bgPr>
        <a:solidFill xmlns:a="http://schemas.openxmlformats.org/drawingml/2006/main">
          <a:srgbClr val="1F243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86B7D4-EF95-424E-BA2A-197D2B1852BD}"/>
              </a:ext>
            </a:extLst>
          </p:cNvPr>
          <p:cNvSpPr>
            <a:spLocks xmlns:a="http://schemas.openxmlformats.org/drawingml/2006/main" noGrp="1"/>
          </p:cNvSpPr>
          <p:nvPr/>
        </p:nvSpPr>
        <p:spPr>
          <a:xfrm xmlns:a="http://schemas.openxmlformats.org/drawingml/2006/main">
            <a:off x="812800" y="1587500"/>
            <a:ext cx="3810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F0A39A"/>
                </a:solidFill>
                <a:latin typeface="Arial"/>
                <a:ea typeface="Arial"/>
                <a:cs typeface="Arial"/>
              </a:rPr>
              <a:t>DEMO</a:t>
            </a:r>
            <a:endParaRPr sz="1200"/>
          </a:p>
        </p:txBody>
      </p:sp>
      <p:sp>
        <p:nvSpPr>
          <p:cNvPr id="3" name="Shape 1">
            <a:extLst xmlns:a="http://schemas.openxmlformats.org/drawingml/2006/main">
              <a:ext uri="{FF2B5EF4-FFF2-40B4-BE49-F238E27FC236}">
                <a16:creationId xmlns:a16="http://schemas.microsoft.com/office/drawing/2014/main" id="{2AA2F166-654A-4473-83F3-EC0AFB0B6136}"/>
              </a:ext>
            </a:extLst>
          </p:cNvPr>
          <p:cNvSpPr>
            <a:spLocks xmlns:a="http://schemas.openxmlformats.org/drawingml/2006/main" noGrp="1"/>
          </p:cNvSpPr>
          <p:nvPr/>
        </p:nvSpPr>
        <p:spPr>
          <a:xfrm xmlns:a="http://schemas.openxmlformats.org/drawingml/2006/main">
            <a:off x="812800" y="2032000"/>
            <a:ext cx="889000" cy="889000"/>
          </a:xfrm>
          <a:prstGeom xmlns:a="http://schemas.openxmlformats.org/drawingml/2006/main" prst="ellipse">
            <a:avLst/>
          </a:prstGeom>
          <a:solidFill xmlns:a="http://schemas.openxmlformats.org/drawingml/2006/main">
            <a:srgbClr val="BD2B1F"/>
          </a:solidFill>
        </p:spPr>
      </p:sp>
      <p:sp>
        <p:nvSpPr>
          <p:cNvPr id="4" name="Shape 2">
            <a:extLst xmlns:a="http://schemas.openxmlformats.org/drawingml/2006/main">
              <a:ext uri="{FF2B5EF4-FFF2-40B4-BE49-F238E27FC236}">
                <a16:creationId xmlns:a16="http://schemas.microsoft.com/office/drawing/2014/main" id="{ED1343AD-A180-41D3-89E3-6910B7FA8631}"/>
              </a:ext>
            </a:extLst>
          </p:cNvPr>
          <p:cNvSpPr>
            <a:spLocks xmlns:a="http://schemas.openxmlformats.org/drawingml/2006/main" noGrp="1"/>
          </p:cNvSpPr>
          <p:nvPr/>
        </p:nvSpPr>
        <p:spPr>
          <a:xfrm xmlns:a="http://schemas.openxmlformats.org/drawingml/2006/main" rot="5400000">
            <a:off x="1130300" y="2254250"/>
            <a:ext cx="355600" cy="444500"/>
          </a:xfrm>
          <a:prstGeom xmlns:a="http://schemas.openxmlformats.org/drawingml/2006/main" prst="triangle">
            <a:avLst/>
          </a:prstGeom>
          <a:solidFill xmlns:a="http://schemas.openxmlformats.org/drawingml/2006/main">
            <a:srgbClr val="FBF6EF"/>
          </a:solidFill>
        </p:spPr>
      </p:sp>
      <p:sp>
        <p:nvSpPr>
          <p:cNvPr id="5" name="Text 3">
            <a:extLst xmlns:a="http://schemas.openxmlformats.org/drawingml/2006/main">
              <a:ext uri="{FF2B5EF4-FFF2-40B4-BE49-F238E27FC236}">
                <a16:creationId xmlns:a16="http://schemas.microsoft.com/office/drawing/2014/main" id="{B5BB0D65-CFA3-4052-AA95-615E3B648110}"/>
              </a:ext>
            </a:extLst>
          </p:cNvPr>
          <p:cNvSpPr>
            <a:spLocks xmlns:a="http://schemas.openxmlformats.org/drawingml/2006/main" noGrp="1"/>
          </p:cNvSpPr>
          <p:nvPr/>
        </p:nvSpPr>
        <p:spPr>
          <a:xfrm xmlns:a="http://schemas.openxmlformats.org/drawingml/2006/main">
            <a:off x="1968500" y="2095500"/>
            <a:ext cx="939800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825" b="1">
                <a:solidFill>
                  <a:srgbClr val="FAF5EE"/>
                </a:solidFill>
                <a:latin typeface="Arial"/>
                <a:ea typeface="Arial"/>
                <a:cs typeface="Arial"/>
              </a:defRPr>
            </a:defPPr>
            <a:lvl1pPr>
              <a:defRPr sz="3825" b="1">
                <a:solidFill>
                  <a:srgbClr val="FAF5EE"/>
                </a:solidFill>
                <a:latin typeface="Arial"/>
                <a:ea typeface="Arial"/>
                <a:cs typeface="Arial"/>
              </a:defRPr>
            </a:lvl1pPr>
            <a:lvl2pPr>
              <a:defRPr sz="3825" b="1">
                <a:solidFill>
                  <a:srgbClr val="FAF5EE"/>
                </a:solidFill>
                <a:latin typeface="Arial"/>
                <a:ea typeface="Arial"/>
                <a:cs typeface="Arial"/>
              </a:defRPr>
            </a:lvl2pPr>
            <a:lvl3pPr>
              <a:defRPr sz="3825" b="1">
                <a:solidFill>
                  <a:srgbClr val="FAF5EE"/>
                </a:solidFill>
                <a:latin typeface="Arial"/>
                <a:ea typeface="Arial"/>
                <a:cs typeface="Arial"/>
              </a:defRPr>
            </a:lvl3pPr>
            <a:lvl4pPr>
              <a:defRPr sz="3825" b="1">
                <a:solidFill>
                  <a:srgbClr val="FAF5EE"/>
                </a:solidFill>
                <a:latin typeface="Arial"/>
                <a:ea typeface="Arial"/>
                <a:cs typeface="Arial"/>
              </a:defRPr>
            </a:lvl4pPr>
            <a:lvl5pPr>
              <a:defRPr sz="3825" b="1">
                <a:solidFill>
                  <a:srgbClr val="FAF5EE"/>
                </a:solidFill>
                <a:latin typeface="Arial"/>
                <a:ea typeface="Arial"/>
                <a:cs typeface="Arial"/>
              </a:defRPr>
            </a:lvl5pPr>
            <a:lvl6pPr>
              <a:defRPr sz="3825" b="1">
                <a:solidFill>
                  <a:srgbClr val="FAF5EE"/>
                </a:solidFill>
                <a:latin typeface="Arial"/>
                <a:ea typeface="Arial"/>
                <a:cs typeface="Arial"/>
              </a:defRPr>
            </a:lvl6pPr>
            <a:lvl7pPr>
              <a:defRPr sz="3825" b="1">
                <a:solidFill>
                  <a:srgbClr val="FAF5EE"/>
                </a:solidFill>
                <a:latin typeface="Arial"/>
                <a:ea typeface="Arial"/>
                <a:cs typeface="Arial"/>
              </a:defRPr>
            </a:lvl7pPr>
            <a:lvl8pPr>
              <a:defRPr sz="3825" b="1">
                <a:solidFill>
                  <a:srgbClr val="FAF5EE"/>
                </a:solidFill>
                <a:latin typeface="Arial"/>
                <a:ea typeface="Arial"/>
                <a:cs typeface="Arial"/>
              </a:defRPr>
            </a:lvl8pPr>
            <a:lvl9pPr>
              <a:defRPr sz="3825" b="1">
                <a:solidFill>
                  <a:srgbClr val="FAF5EE"/>
                </a:solidFill>
                <a:latin typeface="Arial"/>
                <a:ea typeface="Arial"/>
                <a:cs typeface="Arial"/>
              </a:defRPr>
            </a:lvl9pPr>
          </a:lstStyle>
          <a:p xmlns:a="http://schemas.openxmlformats.org/drawingml/2006/main">
            <a:pPr marL="0" indent="0" algn="l">
              <a:lnSpc>
                <a:spcPct val="115000"/>
              </a:lnSpc>
              <a:buNone/>
              <a:defRPr sz="3825" b="1">
                <a:solidFill>
                  <a:srgbClr val="FAF5EE"/>
                </a:solidFill>
                <a:latin typeface="Arial"/>
                <a:ea typeface="Arial"/>
                <a:cs typeface="Arial"/>
              </a:defRPr>
            </a:pPr>
            <a:r>
              <a:rPr sz="3825" b="1">
                <a:solidFill>
                  <a:srgbClr val="FAF5EE"/>
                </a:solidFill>
                <a:latin typeface="Arial"/>
                <a:ea typeface="Arial"/>
                <a:cs typeface="Arial"/>
              </a:rPr>
              <a:t>Demo luồng sử dụng</a:t>
            </a:r>
            <a:endParaRPr sz="4800"/>
          </a:p>
        </p:txBody>
      </p:sp>
      <p:sp>
        <p:nvSpPr>
          <p:cNvPr id="6" name="Text 4">
            <a:extLst xmlns:a="http://schemas.openxmlformats.org/drawingml/2006/main">
              <a:ext uri="{FF2B5EF4-FFF2-40B4-BE49-F238E27FC236}">
                <a16:creationId xmlns:a16="http://schemas.microsoft.com/office/drawing/2014/main" id="{59E259BB-408B-4B8A-9E82-F2B898F7264B}"/>
              </a:ext>
            </a:extLst>
          </p:cNvPr>
          <p:cNvSpPr>
            <a:spLocks xmlns:a="http://schemas.openxmlformats.org/drawingml/2006/main" noGrp="1"/>
          </p:cNvSpPr>
          <p:nvPr/>
        </p:nvSpPr>
        <p:spPr>
          <a:xfrm xmlns:a="http://schemas.openxmlformats.org/drawingml/2006/main">
            <a:off x="812800" y="3302000"/>
            <a:ext cx="952500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025" b="0">
                <a:solidFill>
                  <a:srgbClr val="E1E2E7"/>
                </a:solidFill>
                <a:latin typeface="Arial"/>
                <a:ea typeface="Arial"/>
                <a:cs typeface="Arial"/>
              </a:defRPr>
            </a:defPPr>
            <a:lvl1pPr>
              <a:defRPr sz="2025" b="0">
                <a:solidFill>
                  <a:srgbClr val="E1E2E7"/>
                </a:solidFill>
                <a:latin typeface="Arial"/>
                <a:ea typeface="Arial"/>
                <a:cs typeface="Arial"/>
              </a:defRPr>
            </a:lvl1pPr>
            <a:lvl2pPr>
              <a:defRPr sz="2025" b="0">
                <a:solidFill>
                  <a:srgbClr val="E1E2E7"/>
                </a:solidFill>
                <a:latin typeface="Arial"/>
                <a:ea typeface="Arial"/>
                <a:cs typeface="Arial"/>
              </a:defRPr>
            </a:lvl2pPr>
            <a:lvl3pPr>
              <a:defRPr sz="2025" b="0">
                <a:solidFill>
                  <a:srgbClr val="E1E2E7"/>
                </a:solidFill>
                <a:latin typeface="Arial"/>
                <a:ea typeface="Arial"/>
                <a:cs typeface="Arial"/>
              </a:defRPr>
            </a:lvl3pPr>
            <a:lvl4pPr>
              <a:defRPr sz="2025" b="0">
                <a:solidFill>
                  <a:srgbClr val="E1E2E7"/>
                </a:solidFill>
                <a:latin typeface="Arial"/>
                <a:ea typeface="Arial"/>
                <a:cs typeface="Arial"/>
              </a:defRPr>
            </a:lvl4pPr>
            <a:lvl5pPr>
              <a:defRPr sz="2025" b="0">
                <a:solidFill>
                  <a:srgbClr val="E1E2E7"/>
                </a:solidFill>
                <a:latin typeface="Arial"/>
                <a:ea typeface="Arial"/>
                <a:cs typeface="Arial"/>
              </a:defRPr>
            </a:lvl5pPr>
            <a:lvl6pPr>
              <a:defRPr sz="2025" b="0">
                <a:solidFill>
                  <a:srgbClr val="E1E2E7"/>
                </a:solidFill>
                <a:latin typeface="Arial"/>
                <a:ea typeface="Arial"/>
                <a:cs typeface="Arial"/>
              </a:defRPr>
            </a:lvl6pPr>
            <a:lvl7pPr>
              <a:defRPr sz="2025" b="0">
                <a:solidFill>
                  <a:srgbClr val="E1E2E7"/>
                </a:solidFill>
                <a:latin typeface="Arial"/>
                <a:ea typeface="Arial"/>
                <a:cs typeface="Arial"/>
              </a:defRPr>
            </a:lvl7pPr>
            <a:lvl8pPr>
              <a:defRPr sz="2025" b="0">
                <a:solidFill>
                  <a:srgbClr val="E1E2E7"/>
                </a:solidFill>
                <a:latin typeface="Arial"/>
                <a:ea typeface="Arial"/>
                <a:cs typeface="Arial"/>
              </a:defRPr>
            </a:lvl8pPr>
            <a:lvl9pPr>
              <a:defRPr sz="2025" b="0">
                <a:solidFill>
                  <a:srgbClr val="E1E2E7"/>
                </a:solidFill>
                <a:latin typeface="Arial"/>
                <a:ea typeface="Arial"/>
                <a:cs typeface="Arial"/>
              </a:defRPr>
            </a:lvl9pPr>
          </a:lstStyle>
          <a:p xmlns:a="http://schemas.openxmlformats.org/drawingml/2006/main">
            <a:pPr marL="0" indent="0" algn="l">
              <a:lnSpc>
                <a:spcPct val="130000"/>
              </a:lnSpc>
              <a:buNone/>
              <a:defRPr sz="2025" b="0">
                <a:solidFill>
                  <a:srgbClr val="E1E2E7"/>
                </a:solidFill>
                <a:latin typeface="Arial"/>
                <a:ea typeface="Arial"/>
                <a:cs typeface="Arial"/>
              </a:defRPr>
            </a:pPr>
            <a:r>
              <a:rPr sz="2025" b="0">
                <a:solidFill>
                  <a:srgbClr val="E1E2E7"/>
                </a:solidFill>
                <a:latin typeface="Arial"/>
                <a:ea typeface="Arial"/>
                <a:cs typeface="Arial"/>
              </a:rPr>
              <a:t>Khoảng 5 phút 25 giây. Học, tra từ, thi thử, luyện viết, xem video và ôn lại.</a:t>
            </a:r>
            <a:endParaRPr sz="2000"/>
          </a:p>
        </p:txBody>
      </p:sp>
      <p:sp>
        <p:nvSpPr>
          <p:cNvPr id="7" name="Shape 5">
            <a:extLst xmlns:a="http://schemas.openxmlformats.org/drawingml/2006/main">
              <a:ext uri="{FF2B5EF4-FFF2-40B4-BE49-F238E27FC236}">
                <a16:creationId xmlns:a16="http://schemas.microsoft.com/office/drawing/2014/main" id="{736F6A47-52DA-484E-96D9-46AFF6B26CFF}"/>
              </a:ext>
            </a:extLst>
          </p:cNvPr>
          <p:cNvSpPr>
            <a:spLocks xmlns:a="http://schemas.openxmlformats.org/drawingml/2006/main" noGrp="1"/>
          </p:cNvSpPr>
          <p:nvPr/>
        </p:nvSpPr>
        <p:spPr>
          <a:xfrm xmlns:a="http://schemas.openxmlformats.org/drawingml/2006/main">
            <a:off x="812800" y="4572000"/>
            <a:ext cx="1879600" cy="355600"/>
          </a:xfrm>
          <a:prstGeom xmlns:a="http://schemas.openxmlformats.org/drawingml/2006/main" prst="roundRect">
            <a:avLst>
              <a:gd name="adj" fmla="val 128571"/>
            </a:avLst>
          </a:prstGeom>
          <a:solidFill xmlns:a="http://schemas.openxmlformats.org/drawingml/2006/main">
            <a:srgbClr val="2C3240"/>
          </a:solidFill>
        </p:spPr>
      </p:sp>
      <p:sp>
        <p:nvSpPr>
          <p:cNvPr id="8" name="Text 6">
            <a:extLst xmlns:a="http://schemas.openxmlformats.org/drawingml/2006/main">
              <a:ext uri="{FF2B5EF4-FFF2-40B4-BE49-F238E27FC236}">
                <a16:creationId xmlns:a16="http://schemas.microsoft.com/office/drawing/2014/main" id="{6D407633-6B02-45ED-BBC5-98F6A6E754AD}"/>
              </a:ext>
            </a:extLst>
          </p:cNvPr>
          <p:cNvSpPr>
            <a:spLocks xmlns:a="http://schemas.openxmlformats.org/drawingml/2006/main" noGrp="1"/>
          </p:cNvSpPr>
          <p:nvPr/>
        </p:nvSpPr>
        <p:spPr>
          <a:xfrm xmlns:a="http://schemas.openxmlformats.org/drawingml/2006/main">
            <a:off x="812800" y="4635500"/>
            <a:ext cx="18796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1  Học thử</a:t>
            </a:r>
            <a:endParaRPr sz="1300"/>
          </a:p>
        </p:txBody>
      </p:sp>
      <p:sp>
        <p:nvSpPr>
          <p:cNvPr id="9" name="Shape 7">
            <a:extLst xmlns:a="http://schemas.openxmlformats.org/drawingml/2006/main">
              <a:ext uri="{FF2B5EF4-FFF2-40B4-BE49-F238E27FC236}">
                <a16:creationId xmlns:a16="http://schemas.microsoft.com/office/drawing/2014/main" id="{824E9641-C12E-4285-8AA1-73DF52D67CDD}"/>
              </a:ext>
            </a:extLst>
          </p:cNvPr>
          <p:cNvSpPr>
            <a:spLocks xmlns:a="http://schemas.openxmlformats.org/drawingml/2006/main" noGrp="1"/>
          </p:cNvSpPr>
          <p:nvPr/>
        </p:nvSpPr>
        <p:spPr>
          <a:xfrm xmlns:a="http://schemas.openxmlformats.org/drawingml/2006/main">
            <a:off x="2781300" y="4572000"/>
            <a:ext cx="2070100" cy="355600"/>
          </a:xfrm>
          <a:prstGeom xmlns:a="http://schemas.openxmlformats.org/drawingml/2006/main" prst="roundRect">
            <a:avLst>
              <a:gd name="adj" fmla="val 128571"/>
            </a:avLst>
          </a:prstGeom>
          <a:solidFill xmlns:a="http://schemas.openxmlformats.org/drawingml/2006/main">
            <a:srgbClr val="2C3240"/>
          </a:solidFill>
        </p:spPr>
      </p:sp>
      <p:sp>
        <p:nvSpPr>
          <p:cNvPr id="10" name="Text 8">
            <a:extLst xmlns:a="http://schemas.openxmlformats.org/drawingml/2006/main">
              <a:ext uri="{FF2B5EF4-FFF2-40B4-BE49-F238E27FC236}">
                <a16:creationId xmlns:a16="http://schemas.microsoft.com/office/drawing/2014/main" id="{7A5CD5E5-2ECF-46B7-BD3A-911525074CB4}"/>
              </a:ext>
            </a:extLst>
          </p:cNvPr>
          <p:cNvSpPr>
            <a:spLocks xmlns:a="http://schemas.openxmlformats.org/drawingml/2006/main" noGrp="1"/>
          </p:cNvSpPr>
          <p:nvPr/>
        </p:nvSpPr>
        <p:spPr>
          <a:xfrm xmlns:a="http://schemas.openxmlformats.org/drawingml/2006/main">
            <a:off x="2781300" y="4635500"/>
            <a:ext cx="20701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2  Bài học</a:t>
            </a:r>
            <a:endParaRPr sz="1300"/>
          </a:p>
        </p:txBody>
      </p:sp>
      <p:sp>
        <p:nvSpPr>
          <p:cNvPr id="11" name="Shape 9">
            <a:extLst xmlns:a="http://schemas.openxmlformats.org/drawingml/2006/main">
              <a:ext uri="{FF2B5EF4-FFF2-40B4-BE49-F238E27FC236}">
                <a16:creationId xmlns:a16="http://schemas.microsoft.com/office/drawing/2014/main" id="{1B022856-D5EE-4965-9A89-0F7FB96BFA0F}"/>
              </a:ext>
            </a:extLst>
          </p:cNvPr>
          <p:cNvSpPr>
            <a:spLocks xmlns:a="http://schemas.openxmlformats.org/drawingml/2006/main" noGrp="1"/>
          </p:cNvSpPr>
          <p:nvPr/>
        </p:nvSpPr>
        <p:spPr>
          <a:xfrm xmlns:a="http://schemas.openxmlformats.org/drawingml/2006/main">
            <a:off x="4940300" y="4572000"/>
            <a:ext cx="1403350" cy="355600"/>
          </a:xfrm>
          <a:prstGeom xmlns:a="http://schemas.openxmlformats.org/drawingml/2006/main" prst="roundRect">
            <a:avLst>
              <a:gd name="adj" fmla="val 128571"/>
            </a:avLst>
          </a:prstGeom>
          <a:solidFill xmlns:a="http://schemas.openxmlformats.org/drawingml/2006/main">
            <a:srgbClr val="2C3240"/>
          </a:solidFill>
        </p:spPr>
      </p:sp>
      <p:sp>
        <p:nvSpPr>
          <p:cNvPr id="12" name="Text 10">
            <a:extLst xmlns:a="http://schemas.openxmlformats.org/drawingml/2006/main">
              <a:ext uri="{FF2B5EF4-FFF2-40B4-BE49-F238E27FC236}">
                <a16:creationId xmlns:a16="http://schemas.microsoft.com/office/drawing/2014/main" id="{FEFEB609-BE5D-4E84-BE5C-2114035095E9}"/>
              </a:ext>
            </a:extLst>
          </p:cNvPr>
          <p:cNvSpPr>
            <a:spLocks xmlns:a="http://schemas.openxmlformats.org/drawingml/2006/main" noGrp="1"/>
          </p:cNvSpPr>
          <p:nvPr/>
        </p:nvSpPr>
        <p:spPr>
          <a:xfrm xmlns:a="http://schemas.openxmlformats.org/drawingml/2006/main">
            <a:off x="4940300" y="4635500"/>
            <a:ext cx="14033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3  Từ điển</a:t>
            </a:r>
            <a:endParaRPr sz="1300"/>
          </a:p>
        </p:txBody>
      </p:sp>
      <p:sp>
        <p:nvSpPr>
          <p:cNvPr id="13" name="Shape 11">
            <a:extLst xmlns:a="http://schemas.openxmlformats.org/drawingml/2006/main">
              <a:ext uri="{FF2B5EF4-FFF2-40B4-BE49-F238E27FC236}">
                <a16:creationId xmlns:a16="http://schemas.microsoft.com/office/drawing/2014/main" id="{641AF185-8E6D-4A42-9A99-FD4E4A6EAB1E}"/>
              </a:ext>
            </a:extLst>
          </p:cNvPr>
          <p:cNvSpPr>
            <a:spLocks xmlns:a="http://schemas.openxmlformats.org/drawingml/2006/main" noGrp="1"/>
          </p:cNvSpPr>
          <p:nvPr/>
        </p:nvSpPr>
        <p:spPr>
          <a:xfrm xmlns:a="http://schemas.openxmlformats.org/drawingml/2006/main">
            <a:off x="6432550" y="4572000"/>
            <a:ext cx="1974850" cy="355600"/>
          </a:xfrm>
          <a:prstGeom xmlns:a="http://schemas.openxmlformats.org/drawingml/2006/main" prst="roundRect">
            <a:avLst>
              <a:gd name="adj" fmla="val 128571"/>
            </a:avLst>
          </a:prstGeom>
          <a:solidFill xmlns:a="http://schemas.openxmlformats.org/drawingml/2006/main">
            <a:srgbClr val="2C3240"/>
          </a:solidFill>
        </p:spPr>
      </p:sp>
      <p:sp>
        <p:nvSpPr>
          <p:cNvPr id="14" name="Text 12">
            <a:extLst xmlns:a="http://schemas.openxmlformats.org/drawingml/2006/main">
              <a:ext uri="{FF2B5EF4-FFF2-40B4-BE49-F238E27FC236}">
                <a16:creationId xmlns:a16="http://schemas.microsoft.com/office/drawing/2014/main" id="{A2470255-B6DB-4D34-AFC6-D1952F6637BB}"/>
              </a:ext>
            </a:extLst>
          </p:cNvPr>
          <p:cNvSpPr>
            <a:spLocks xmlns:a="http://schemas.openxmlformats.org/drawingml/2006/main" noGrp="1"/>
          </p:cNvSpPr>
          <p:nvPr/>
        </p:nvSpPr>
        <p:spPr>
          <a:xfrm xmlns:a="http://schemas.openxmlformats.org/drawingml/2006/main">
            <a:off x="6432550" y="4635500"/>
            <a:ext cx="19748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4  Thi thử</a:t>
            </a:r>
            <a:endParaRPr sz="1300"/>
          </a:p>
        </p:txBody>
      </p:sp>
      <p:sp>
        <p:nvSpPr>
          <p:cNvPr id="15" name="Shape 13">
            <a:extLst xmlns:a="http://schemas.openxmlformats.org/drawingml/2006/main">
              <a:ext uri="{FF2B5EF4-FFF2-40B4-BE49-F238E27FC236}">
                <a16:creationId xmlns:a16="http://schemas.microsoft.com/office/drawing/2014/main" id="{C5004152-7A44-4638-B719-71EB25FBB2B6}"/>
              </a:ext>
            </a:extLst>
          </p:cNvPr>
          <p:cNvSpPr>
            <a:spLocks xmlns:a="http://schemas.openxmlformats.org/drawingml/2006/main" noGrp="1"/>
          </p:cNvSpPr>
          <p:nvPr/>
        </p:nvSpPr>
        <p:spPr>
          <a:xfrm xmlns:a="http://schemas.openxmlformats.org/drawingml/2006/main">
            <a:off x="8496300" y="4572000"/>
            <a:ext cx="1593850" cy="355600"/>
          </a:xfrm>
          <a:prstGeom xmlns:a="http://schemas.openxmlformats.org/drawingml/2006/main" prst="roundRect">
            <a:avLst>
              <a:gd name="adj" fmla="val 128571"/>
            </a:avLst>
          </a:prstGeom>
          <a:solidFill xmlns:a="http://schemas.openxmlformats.org/drawingml/2006/main">
            <a:srgbClr val="2C3240"/>
          </a:solidFill>
        </p:spPr>
      </p:sp>
      <p:sp>
        <p:nvSpPr>
          <p:cNvPr id="16" name="Text 14">
            <a:extLst xmlns:a="http://schemas.openxmlformats.org/drawingml/2006/main">
              <a:ext uri="{FF2B5EF4-FFF2-40B4-BE49-F238E27FC236}">
                <a16:creationId xmlns:a16="http://schemas.microsoft.com/office/drawing/2014/main" id="{5C4D5FFF-83EC-4171-9ACF-25BE2B7E0F52}"/>
              </a:ext>
            </a:extLst>
          </p:cNvPr>
          <p:cNvSpPr>
            <a:spLocks xmlns:a="http://schemas.openxmlformats.org/drawingml/2006/main" noGrp="1"/>
          </p:cNvSpPr>
          <p:nvPr/>
        </p:nvSpPr>
        <p:spPr>
          <a:xfrm xmlns:a="http://schemas.openxmlformats.org/drawingml/2006/main">
            <a:off x="8496300" y="4635500"/>
            <a:ext cx="15938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5  Luyện tập</a:t>
            </a:r>
            <a:endParaRPr sz="1300"/>
          </a:p>
        </p:txBody>
      </p:sp>
      <p:sp>
        <p:nvSpPr>
          <p:cNvPr id="17" name="Shape 15">
            <a:extLst xmlns:a="http://schemas.openxmlformats.org/drawingml/2006/main">
              <a:ext uri="{FF2B5EF4-FFF2-40B4-BE49-F238E27FC236}">
                <a16:creationId xmlns:a16="http://schemas.microsoft.com/office/drawing/2014/main" id="{77B1DBC7-4F4F-4464-A44E-A80ACDA46205}"/>
              </a:ext>
            </a:extLst>
          </p:cNvPr>
          <p:cNvSpPr>
            <a:spLocks xmlns:a="http://schemas.openxmlformats.org/drawingml/2006/main" noGrp="1"/>
          </p:cNvSpPr>
          <p:nvPr/>
        </p:nvSpPr>
        <p:spPr>
          <a:xfrm xmlns:a="http://schemas.openxmlformats.org/drawingml/2006/main">
            <a:off x="812800" y="5054600"/>
            <a:ext cx="1784350" cy="355600"/>
          </a:xfrm>
          <a:prstGeom xmlns:a="http://schemas.openxmlformats.org/drawingml/2006/main" prst="roundRect">
            <a:avLst>
              <a:gd name="adj" fmla="val 128571"/>
            </a:avLst>
          </a:prstGeom>
          <a:solidFill xmlns:a="http://schemas.openxmlformats.org/drawingml/2006/main">
            <a:srgbClr val="2C3240"/>
          </a:solidFill>
        </p:spPr>
      </p:sp>
      <p:sp>
        <p:nvSpPr>
          <p:cNvPr id="18" name="Text 16">
            <a:extLst xmlns:a="http://schemas.openxmlformats.org/drawingml/2006/main">
              <a:ext uri="{FF2B5EF4-FFF2-40B4-BE49-F238E27FC236}">
                <a16:creationId xmlns:a16="http://schemas.microsoft.com/office/drawing/2014/main" id="{3BF6C38C-D7CF-4CC7-A811-7E68C58D1DA1}"/>
              </a:ext>
            </a:extLst>
          </p:cNvPr>
          <p:cNvSpPr>
            <a:spLocks xmlns:a="http://schemas.openxmlformats.org/drawingml/2006/main" noGrp="1"/>
          </p:cNvSpPr>
          <p:nvPr/>
        </p:nvSpPr>
        <p:spPr>
          <a:xfrm xmlns:a="http://schemas.openxmlformats.org/drawingml/2006/main">
            <a:off x="812800" y="5118100"/>
            <a:ext cx="17843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6  Lưu và ôn</a:t>
            </a:r>
            <a:endParaRPr sz="1300"/>
          </a:p>
        </p:txBody>
      </p:sp>
      <p:sp>
        <p:nvSpPr>
          <p:cNvPr id="19" name="Shape 17">
            <a:extLst xmlns:a="http://schemas.openxmlformats.org/drawingml/2006/main">
              <a:ext uri="{FF2B5EF4-FFF2-40B4-BE49-F238E27FC236}">
                <a16:creationId xmlns:a16="http://schemas.microsoft.com/office/drawing/2014/main" id="{4BBD636A-D43F-494E-8ADC-CDE022EF4E6F}"/>
              </a:ext>
            </a:extLst>
          </p:cNvPr>
          <p:cNvSpPr>
            <a:spLocks xmlns:a="http://schemas.openxmlformats.org/drawingml/2006/main" noGrp="1"/>
          </p:cNvSpPr>
          <p:nvPr/>
        </p:nvSpPr>
        <p:spPr>
          <a:xfrm xmlns:a="http://schemas.openxmlformats.org/drawingml/2006/main">
            <a:off x="2686050" y="5054600"/>
            <a:ext cx="927100" cy="355600"/>
          </a:xfrm>
          <a:prstGeom xmlns:a="http://schemas.openxmlformats.org/drawingml/2006/main" prst="roundRect">
            <a:avLst>
              <a:gd name="adj" fmla="val 128571"/>
            </a:avLst>
          </a:prstGeom>
          <a:solidFill xmlns:a="http://schemas.openxmlformats.org/drawingml/2006/main">
            <a:srgbClr val="2C3240"/>
          </a:solidFill>
        </p:spPr>
      </p:sp>
      <p:sp>
        <p:nvSpPr>
          <p:cNvPr id="20" name="Text 18">
            <a:extLst xmlns:a="http://schemas.openxmlformats.org/drawingml/2006/main">
              <a:ext uri="{FF2B5EF4-FFF2-40B4-BE49-F238E27FC236}">
                <a16:creationId xmlns:a16="http://schemas.microsoft.com/office/drawing/2014/main" id="{16C1C44C-A6A6-4747-8842-1FCA2DB71A7E}"/>
              </a:ext>
            </a:extLst>
          </p:cNvPr>
          <p:cNvSpPr>
            <a:spLocks xmlns:a="http://schemas.openxmlformats.org/drawingml/2006/main" noGrp="1"/>
          </p:cNvSpPr>
          <p:nvPr/>
        </p:nvSpPr>
        <p:spPr>
          <a:xfrm xmlns:a="http://schemas.openxmlformats.org/drawingml/2006/main">
            <a:off x="2686050" y="5118100"/>
            <a:ext cx="9271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1">
                <a:solidFill>
                  <a:srgbClr val="FAF5EE"/>
                </a:solidFill>
                <a:latin typeface="Arial"/>
                <a:ea typeface="Arial"/>
                <a:cs typeface="Arial"/>
              </a:defRPr>
            </a:defPPr>
            <a:lvl1pPr>
              <a:defRPr sz="1200" b="1">
                <a:solidFill>
                  <a:srgbClr val="FAF5EE"/>
                </a:solidFill>
                <a:latin typeface="Arial"/>
                <a:ea typeface="Arial"/>
                <a:cs typeface="Arial"/>
              </a:defRPr>
            </a:lvl1pPr>
            <a:lvl2pPr>
              <a:defRPr sz="1200" b="1">
                <a:solidFill>
                  <a:srgbClr val="FAF5EE"/>
                </a:solidFill>
                <a:latin typeface="Arial"/>
                <a:ea typeface="Arial"/>
                <a:cs typeface="Arial"/>
              </a:defRPr>
            </a:lvl2pPr>
            <a:lvl3pPr>
              <a:defRPr sz="1200" b="1">
                <a:solidFill>
                  <a:srgbClr val="FAF5EE"/>
                </a:solidFill>
                <a:latin typeface="Arial"/>
                <a:ea typeface="Arial"/>
                <a:cs typeface="Arial"/>
              </a:defRPr>
            </a:lvl3pPr>
            <a:lvl4pPr>
              <a:defRPr sz="1200" b="1">
                <a:solidFill>
                  <a:srgbClr val="FAF5EE"/>
                </a:solidFill>
                <a:latin typeface="Arial"/>
                <a:ea typeface="Arial"/>
                <a:cs typeface="Arial"/>
              </a:defRPr>
            </a:lvl4pPr>
            <a:lvl5pPr>
              <a:defRPr sz="1200" b="1">
                <a:solidFill>
                  <a:srgbClr val="FAF5EE"/>
                </a:solidFill>
                <a:latin typeface="Arial"/>
                <a:ea typeface="Arial"/>
                <a:cs typeface="Arial"/>
              </a:defRPr>
            </a:lvl5pPr>
            <a:lvl6pPr>
              <a:defRPr sz="1200" b="1">
                <a:solidFill>
                  <a:srgbClr val="FAF5EE"/>
                </a:solidFill>
                <a:latin typeface="Arial"/>
                <a:ea typeface="Arial"/>
                <a:cs typeface="Arial"/>
              </a:defRPr>
            </a:lvl6pPr>
            <a:lvl7pPr>
              <a:defRPr sz="1200" b="1">
                <a:solidFill>
                  <a:srgbClr val="FAF5EE"/>
                </a:solidFill>
                <a:latin typeface="Arial"/>
                <a:ea typeface="Arial"/>
                <a:cs typeface="Arial"/>
              </a:defRPr>
            </a:lvl7pPr>
            <a:lvl8pPr>
              <a:defRPr sz="1200" b="1">
                <a:solidFill>
                  <a:srgbClr val="FAF5EE"/>
                </a:solidFill>
                <a:latin typeface="Arial"/>
                <a:ea typeface="Arial"/>
                <a:cs typeface="Arial"/>
              </a:defRPr>
            </a:lvl8pPr>
            <a:lvl9pPr>
              <a:defRPr sz="1200" b="1">
                <a:solidFill>
                  <a:srgbClr val="FAF5EE"/>
                </a:solidFill>
                <a:latin typeface="Arial"/>
                <a:ea typeface="Arial"/>
                <a:cs typeface="Arial"/>
              </a:defRPr>
            </a:lvl9pPr>
          </a:lstStyle>
          <a:p xmlns:a="http://schemas.openxmlformats.org/drawingml/2006/main">
            <a:pPr marL="0" indent="0" algn="ctr">
              <a:lnSpc>
                <a:spcPct val="115000"/>
              </a:lnSpc>
              <a:buNone/>
              <a:defRPr sz="1200" b="1">
                <a:solidFill>
                  <a:srgbClr val="FAF5EE"/>
                </a:solidFill>
                <a:latin typeface="Arial"/>
                <a:ea typeface="Arial"/>
                <a:cs typeface="Arial"/>
              </a:defRPr>
            </a:pPr>
            <a:r>
              <a:rPr sz="1200" b="1">
                <a:solidFill>
                  <a:srgbClr val="FAF5EE"/>
                </a:solidFill>
                <a:latin typeface="Arial"/>
                <a:ea typeface="Arial"/>
                <a:cs typeface="Arial"/>
              </a:rPr>
              <a:t>7  AI</a:t>
            </a:r>
            <a:endParaRPr sz="1300"/>
          </a:p>
        </p:txBody>
      </p:sp>
      <p:sp>
        <p:nvSpPr>
          <p:cNvPr id="21" name="Shape 19">
            <a:extLst xmlns:a="http://schemas.openxmlformats.org/drawingml/2006/main">
              <a:ext uri="{FF2B5EF4-FFF2-40B4-BE49-F238E27FC236}">
                <a16:creationId xmlns:a16="http://schemas.microsoft.com/office/drawing/2014/main" id="{339DBDF3-2BE2-4BD1-BB14-B82676606DDB}"/>
              </a:ext>
            </a:extLst>
          </p:cNvPr>
          <p:cNvSpPr>
            <a:spLocks xmlns:a="http://schemas.openxmlformats.org/drawingml/2006/main" noGrp="1"/>
          </p:cNvSpPr>
          <p:nvPr/>
        </p:nvSpPr>
        <p:spPr>
          <a:xfrm xmlns:a="http://schemas.openxmlformats.org/drawingml/2006/main">
            <a:off x="3702050" y="5054600"/>
            <a:ext cx="1403350" cy="355600"/>
          </a:xfrm>
          <a:prstGeom xmlns:a="http://schemas.openxmlformats.org/drawingml/2006/main" prst="roundRect">
            <a:avLst>
              <a:gd name="adj" fmla="val 128571"/>
            </a:avLst>
          </a:prstGeom>
          <a:solidFill xmlns:a="http://schemas.openxmlformats.org/drawingml/2006/main">
            <a:srgbClr val="2C3240"/>
          </a:solidFill>
        </p:spPr>
      </p:sp>
      <p:sp>
        <p:nvSpPr>
          <p:cNvPr id="22" name="Text 20">
            <a:extLst xmlns:a="http://schemas.openxmlformats.org/drawingml/2006/main">
              <a:ext uri="{FF2B5EF4-FFF2-40B4-BE49-F238E27FC236}">
                <a16:creationId xmlns:a16="http://schemas.microsoft.com/office/drawing/2014/main" id="{D4167A6D-5B20-4583-8935-4BF41C95AD5D}"/>
              </a:ext>
            </a:extLst>
          </p:cNvPr>
          <p:cNvSpPr>
            <a:spLocks xmlns:a="http://schemas.openxmlformats.org/drawingml/2006/main" noGrp="1"/>
          </p:cNvSpPr>
          <p:nvPr/>
        </p:nvSpPr>
        <p:spPr>
          <a:xfrm xmlns:a="http://schemas.openxmlformats.org/drawingml/2006/main">
            <a:off x="3702050" y="5118100"/>
            <a:ext cx="14033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8  Lớp học</a:t>
            </a:r>
            <a:endParaRPr sz="1300"/>
          </a:p>
        </p:txBody>
      </p:sp>
      <p:sp>
        <p:nvSpPr>
          <p:cNvPr id="23" name="Shape 21">
            <a:extLst xmlns:a="http://schemas.openxmlformats.org/drawingml/2006/main">
              <a:ext uri="{FF2B5EF4-FFF2-40B4-BE49-F238E27FC236}">
                <a16:creationId xmlns:a16="http://schemas.microsoft.com/office/drawing/2014/main" id="{2A436D34-910F-47D9-A45A-16BB1D910C51}"/>
              </a:ext>
            </a:extLst>
          </p:cNvPr>
          <p:cNvSpPr>
            <a:spLocks xmlns:a="http://schemas.openxmlformats.org/drawingml/2006/main" noGrp="1"/>
          </p:cNvSpPr>
          <p:nvPr/>
        </p:nvSpPr>
        <p:spPr>
          <a:xfrm xmlns:a="http://schemas.openxmlformats.org/drawingml/2006/main">
            <a:off x="5194300" y="5054600"/>
            <a:ext cx="2546350" cy="355600"/>
          </a:xfrm>
          <a:prstGeom xmlns:a="http://schemas.openxmlformats.org/drawingml/2006/main" prst="roundRect">
            <a:avLst>
              <a:gd name="adj" fmla="val 128571"/>
            </a:avLst>
          </a:prstGeom>
          <a:solidFill xmlns:a="http://schemas.openxmlformats.org/drawingml/2006/main">
            <a:srgbClr val="2C3240"/>
          </a:solidFill>
        </p:spPr>
      </p:sp>
      <p:sp>
        <p:nvSpPr>
          <p:cNvPr id="24" name="Text 22">
            <a:extLst xmlns:a="http://schemas.openxmlformats.org/drawingml/2006/main">
              <a:ext uri="{FF2B5EF4-FFF2-40B4-BE49-F238E27FC236}">
                <a16:creationId xmlns:a16="http://schemas.microsoft.com/office/drawing/2014/main" id="{26089866-4A24-42CD-AB57-BD315DCEA3CA}"/>
              </a:ext>
            </a:extLst>
          </p:cNvPr>
          <p:cNvSpPr>
            <a:spLocks xmlns:a="http://schemas.openxmlformats.org/drawingml/2006/main" noGrp="1"/>
          </p:cNvSpPr>
          <p:nvPr/>
        </p:nvSpPr>
        <p:spPr>
          <a:xfrm xmlns:a="http://schemas.openxmlformats.org/drawingml/2006/main">
            <a:off x="5194300" y="5118100"/>
            <a:ext cx="254635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75" b="1">
                <a:solidFill>
                  <a:srgbClr val="FAF5EE"/>
                </a:solidFill>
                <a:latin typeface="Arial"/>
                <a:ea typeface="Arial"/>
                <a:cs typeface="Arial"/>
              </a:defRPr>
            </a:defPPr>
            <a:lvl1pPr>
              <a:defRPr sz="1275" b="1">
                <a:solidFill>
                  <a:srgbClr val="FAF5EE"/>
                </a:solidFill>
                <a:latin typeface="Arial"/>
                <a:ea typeface="Arial"/>
                <a:cs typeface="Arial"/>
              </a:defRPr>
            </a:lvl1pPr>
            <a:lvl2pPr>
              <a:defRPr sz="1275" b="1">
                <a:solidFill>
                  <a:srgbClr val="FAF5EE"/>
                </a:solidFill>
                <a:latin typeface="Arial"/>
                <a:ea typeface="Arial"/>
                <a:cs typeface="Arial"/>
              </a:defRPr>
            </a:lvl2pPr>
            <a:lvl3pPr>
              <a:defRPr sz="1275" b="1">
                <a:solidFill>
                  <a:srgbClr val="FAF5EE"/>
                </a:solidFill>
                <a:latin typeface="Arial"/>
                <a:ea typeface="Arial"/>
                <a:cs typeface="Arial"/>
              </a:defRPr>
            </a:lvl3pPr>
            <a:lvl4pPr>
              <a:defRPr sz="1275" b="1">
                <a:solidFill>
                  <a:srgbClr val="FAF5EE"/>
                </a:solidFill>
                <a:latin typeface="Arial"/>
                <a:ea typeface="Arial"/>
                <a:cs typeface="Arial"/>
              </a:defRPr>
            </a:lvl4pPr>
            <a:lvl5pPr>
              <a:defRPr sz="1275" b="1">
                <a:solidFill>
                  <a:srgbClr val="FAF5EE"/>
                </a:solidFill>
                <a:latin typeface="Arial"/>
                <a:ea typeface="Arial"/>
                <a:cs typeface="Arial"/>
              </a:defRPr>
            </a:lvl5pPr>
            <a:lvl6pPr>
              <a:defRPr sz="1275" b="1">
                <a:solidFill>
                  <a:srgbClr val="FAF5EE"/>
                </a:solidFill>
                <a:latin typeface="Arial"/>
                <a:ea typeface="Arial"/>
                <a:cs typeface="Arial"/>
              </a:defRPr>
            </a:lvl6pPr>
            <a:lvl7pPr>
              <a:defRPr sz="1275" b="1">
                <a:solidFill>
                  <a:srgbClr val="FAF5EE"/>
                </a:solidFill>
                <a:latin typeface="Arial"/>
                <a:ea typeface="Arial"/>
                <a:cs typeface="Arial"/>
              </a:defRPr>
            </a:lvl7pPr>
            <a:lvl8pPr>
              <a:defRPr sz="1275" b="1">
                <a:solidFill>
                  <a:srgbClr val="FAF5EE"/>
                </a:solidFill>
                <a:latin typeface="Arial"/>
                <a:ea typeface="Arial"/>
                <a:cs typeface="Arial"/>
              </a:defRPr>
            </a:lvl8pPr>
            <a:lvl9pPr>
              <a:defRPr sz="1275" b="1">
                <a:solidFill>
                  <a:srgbClr val="FAF5EE"/>
                </a:solidFill>
                <a:latin typeface="Arial"/>
                <a:ea typeface="Arial"/>
                <a:cs typeface="Arial"/>
              </a:defRPr>
            </a:lvl9pPr>
          </a:lstStyle>
          <a:p xmlns:a="http://schemas.openxmlformats.org/drawingml/2006/main">
            <a:pPr marL="0" indent="0" algn="ctr">
              <a:lnSpc>
                <a:spcPct val="115000"/>
              </a:lnSpc>
              <a:buNone/>
              <a:defRPr sz="1275" b="1">
                <a:solidFill>
                  <a:srgbClr val="FAF5EE"/>
                </a:solidFill>
                <a:latin typeface="Arial"/>
                <a:ea typeface="Arial"/>
                <a:cs typeface="Arial"/>
              </a:defRPr>
            </a:pPr>
            <a:r>
              <a:rPr sz="1275" b="1">
                <a:solidFill>
                  <a:srgbClr val="FAF5EE"/>
                </a:solidFill>
                <a:latin typeface="Arial"/>
                <a:ea typeface="Arial"/>
                <a:cs typeface="Arial"/>
              </a:rPr>
              <a:t>9  Premium</a:t>
            </a:r>
            <a:endParaRPr sz="1300"/>
          </a:p>
        </p:txBody>
      </p:sp>
      <p:sp>
        <p:nvSpPr>
          <p:cNvPr id="25" name="">
            <a:extLst xmlns:a="http://schemas.openxmlformats.org/drawingml/2006/main">
              <a:ext uri="{FF2B5EF4-FFF2-40B4-BE49-F238E27FC236}">
                <a16:creationId xmlns:a16="http://schemas.microsoft.com/office/drawing/2014/main" id="{B72A8AE4-D530-46D6-94E3-1FAAC56F8570}"/>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F0D7CF"/>
                </a:solidFill>
                <a:latin typeface="Arial"/>
                <a:ea typeface="Arial"/>
                <a:cs typeface="Arial"/>
              </a:defRPr>
            </a:defPPr>
            <a:lvl1pPr>
              <a:defRPr sz="1125" b="0">
                <a:solidFill>
                  <a:srgbClr val="F0D7CF"/>
                </a:solidFill>
                <a:latin typeface="Arial"/>
                <a:ea typeface="Arial"/>
                <a:cs typeface="Arial"/>
              </a:defRPr>
            </a:lvl1pPr>
            <a:lvl2pPr>
              <a:defRPr sz="1125" b="0">
                <a:solidFill>
                  <a:srgbClr val="F0D7CF"/>
                </a:solidFill>
                <a:latin typeface="Arial"/>
                <a:ea typeface="Arial"/>
                <a:cs typeface="Arial"/>
              </a:defRPr>
            </a:lvl2pPr>
            <a:lvl3pPr>
              <a:defRPr sz="1125" b="0">
                <a:solidFill>
                  <a:srgbClr val="F0D7CF"/>
                </a:solidFill>
                <a:latin typeface="Arial"/>
                <a:ea typeface="Arial"/>
                <a:cs typeface="Arial"/>
              </a:defRPr>
            </a:lvl3pPr>
            <a:lvl4pPr>
              <a:defRPr sz="1125" b="0">
                <a:solidFill>
                  <a:srgbClr val="F0D7CF"/>
                </a:solidFill>
                <a:latin typeface="Arial"/>
                <a:ea typeface="Arial"/>
                <a:cs typeface="Arial"/>
              </a:defRPr>
            </a:lvl4pPr>
            <a:lvl5pPr>
              <a:defRPr sz="1125" b="0">
                <a:solidFill>
                  <a:srgbClr val="F0D7CF"/>
                </a:solidFill>
                <a:latin typeface="Arial"/>
                <a:ea typeface="Arial"/>
                <a:cs typeface="Arial"/>
              </a:defRPr>
            </a:lvl5pPr>
            <a:lvl6pPr>
              <a:defRPr sz="1125" b="0">
                <a:solidFill>
                  <a:srgbClr val="F0D7CF"/>
                </a:solidFill>
                <a:latin typeface="Arial"/>
                <a:ea typeface="Arial"/>
                <a:cs typeface="Arial"/>
              </a:defRPr>
            </a:lvl6pPr>
            <a:lvl7pPr>
              <a:defRPr sz="1125" b="0">
                <a:solidFill>
                  <a:srgbClr val="F0D7CF"/>
                </a:solidFill>
                <a:latin typeface="Arial"/>
                <a:ea typeface="Arial"/>
                <a:cs typeface="Arial"/>
              </a:defRPr>
            </a:lvl7pPr>
            <a:lvl8pPr>
              <a:defRPr sz="1125" b="0">
                <a:solidFill>
                  <a:srgbClr val="F0D7CF"/>
                </a:solidFill>
                <a:latin typeface="Arial"/>
                <a:ea typeface="Arial"/>
                <a:cs typeface="Arial"/>
              </a:defRPr>
            </a:lvl8pPr>
            <a:lvl9pPr>
              <a:defRPr sz="1125" b="0">
                <a:solidFill>
                  <a:srgbClr val="F0D7CF"/>
                </a:solidFill>
                <a:latin typeface="Arial"/>
                <a:ea typeface="Arial"/>
                <a:cs typeface="Arial"/>
              </a:defRPr>
            </a:lvl9pPr>
          </a:lstStyle>
          <a:p xmlns:a="http://schemas.openxmlformats.org/drawingml/2006/main">
            <a:pPr>
              <a:defRPr sz="1125" b="0">
                <a:solidFill>
                  <a:srgbClr val="F0D7CF"/>
                </a:solidFill>
                <a:latin typeface="Arial"/>
                <a:ea typeface="Arial"/>
                <a:cs typeface="Arial"/>
              </a:defRPr>
            </a:pPr>
            <a:r>
              <a:rPr sz="1125" b="0">
                <a:solidFill>
                  <a:srgbClr val="F0D7CF"/>
                </a:solidFill>
                <a:latin typeface="Arial"/>
                <a:ea typeface="Arial"/>
                <a:cs typeface="Arial"/>
              </a:rPr>
              <a:t>10</a:t>
            </a:r>
          </a:p>
        </p:txBody>
      </p:sp>
    </p:spTree>
    <p:extLst>
      <p:ext uri="{BB962C8B-B14F-4D97-AF65-F5344CB8AC3E}">
        <p14:creationId xmlns:p14="http://schemas.microsoft.com/office/powerpoint/2010/main" val="1870482713"/>
      </p:ext>
    </p:extLst>
  </p:cSld>
</p:sld>
</file>

<file path=ppt/slides/slide11.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1013AE-FD56-4549-AB80-03B1DD3E6A01}"/>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KỸ THUẬT</a:t>
            </a:r>
            <a:endParaRPr sz="1200"/>
          </a:p>
        </p:txBody>
      </p:sp>
      <p:sp>
        <p:nvSpPr>
          <p:cNvPr id="3" name="Text 1">
            <a:extLst xmlns:a="http://schemas.openxmlformats.org/drawingml/2006/main">
              <a:ext uri="{FF2B5EF4-FFF2-40B4-BE49-F238E27FC236}">
                <a16:creationId xmlns:a16="http://schemas.microsoft.com/office/drawing/2014/main" id="{A37F8BA3-70F0-4F43-B129-8EA6678FAC52}"/>
              </a:ext>
            </a:extLst>
          </p:cNvPr>
          <p:cNvSpPr>
            <a:spLocks xmlns:a="http://schemas.openxmlformats.org/drawingml/2006/main" noGrp="1"/>
          </p:cNvSpPr>
          <p:nvPr/>
        </p:nvSpPr>
        <p:spPr>
          <a:xfrm xmlns:a="http://schemas.openxmlformats.org/drawingml/2006/main">
            <a:off x="812800" y="1117600"/>
            <a:ext cx="105664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150" b="1">
                <a:solidFill>
                  <a:srgbClr val="202431"/>
                </a:solidFill>
                <a:latin typeface="Arial"/>
                <a:ea typeface="Arial"/>
                <a:cs typeface="Arial"/>
              </a:defRPr>
            </a:defPPr>
            <a:lvl1pPr>
              <a:defRPr sz="3150" b="1">
                <a:solidFill>
                  <a:srgbClr val="202431"/>
                </a:solidFill>
                <a:latin typeface="Arial"/>
                <a:ea typeface="Arial"/>
                <a:cs typeface="Arial"/>
              </a:defRPr>
            </a:lvl1pPr>
            <a:lvl2pPr>
              <a:defRPr sz="3150" b="1">
                <a:solidFill>
                  <a:srgbClr val="202431"/>
                </a:solidFill>
                <a:latin typeface="Arial"/>
                <a:ea typeface="Arial"/>
                <a:cs typeface="Arial"/>
              </a:defRPr>
            </a:lvl2pPr>
            <a:lvl3pPr>
              <a:defRPr sz="3150" b="1">
                <a:solidFill>
                  <a:srgbClr val="202431"/>
                </a:solidFill>
                <a:latin typeface="Arial"/>
                <a:ea typeface="Arial"/>
                <a:cs typeface="Arial"/>
              </a:defRPr>
            </a:lvl3pPr>
            <a:lvl4pPr>
              <a:defRPr sz="3150" b="1">
                <a:solidFill>
                  <a:srgbClr val="202431"/>
                </a:solidFill>
                <a:latin typeface="Arial"/>
                <a:ea typeface="Arial"/>
                <a:cs typeface="Arial"/>
              </a:defRPr>
            </a:lvl4pPr>
            <a:lvl5pPr>
              <a:defRPr sz="3150" b="1">
                <a:solidFill>
                  <a:srgbClr val="202431"/>
                </a:solidFill>
                <a:latin typeface="Arial"/>
                <a:ea typeface="Arial"/>
                <a:cs typeface="Arial"/>
              </a:defRPr>
            </a:lvl5pPr>
            <a:lvl6pPr>
              <a:defRPr sz="3150" b="1">
                <a:solidFill>
                  <a:srgbClr val="202431"/>
                </a:solidFill>
                <a:latin typeface="Arial"/>
                <a:ea typeface="Arial"/>
                <a:cs typeface="Arial"/>
              </a:defRPr>
            </a:lvl6pPr>
            <a:lvl7pPr>
              <a:defRPr sz="3150" b="1">
                <a:solidFill>
                  <a:srgbClr val="202431"/>
                </a:solidFill>
                <a:latin typeface="Arial"/>
                <a:ea typeface="Arial"/>
                <a:cs typeface="Arial"/>
              </a:defRPr>
            </a:lvl7pPr>
            <a:lvl8pPr>
              <a:defRPr sz="3150" b="1">
                <a:solidFill>
                  <a:srgbClr val="202431"/>
                </a:solidFill>
                <a:latin typeface="Arial"/>
                <a:ea typeface="Arial"/>
                <a:cs typeface="Arial"/>
              </a:defRPr>
            </a:lvl8pPr>
            <a:lvl9pPr>
              <a:defRPr sz="3150" b="1">
                <a:solidFill>
                  <a:srgbClr val="202431"/>
                </a:solidFill>
                <a:latin typeface="Arial"/>
                <a:ea typeface="Arial"/>
                <a:cs typeface="Arial"/>
              </a:defRPr>
            </a:lvl9pPr>
          </a:lstStyle>
          <a:p xmlns:a="http://schemas.openxmlformats.org/drawingml/2006/main">
            <a:pPr marL="0" indent="0" algn="l">
              <a:lnSpc>
                <a:spcPct val="105000"/>
              </a:lnSpc>
              <a:buNone/>
              <a:defRPr sz="3150" b="1">
                <a:solidFill>
                  <a:srgbClr val="202431"/>
                </a:solidFill>
                <a:latin typeface="Arial"/>
                <a:ea typeface="Arial"/>
                <a:cs typeface="Arial"/>
              </a:defRPr>
            </a:pPr>
            <a:r>
              <a:rPr sz="3150" b="1">
                <a:solidFill>
                  <a:srgbClr val="202431"/>
                </a:solidFill>
                <a:latin typeface="Arial"/>
                <a:ea typeface="Arial"/>
                <a:cs typeface="Arial"/>
              </a:rPr>
              <a:t>Một API dùng chung cho mobile và web</a:t>
            </a:r>
            <a:endParaRPr sz="3600"/>
          </a:p>
        </p:txBody>
      </p:sp>
      <p:sp>
        <p:nvSpPr>
          <p:cNvPr id="4" name="Shape 2">
            <a:extLst xmlns:a="http://schemas.openxmlformats.org/drawingml/2006/main">
              <a:ext uri="{FF2B5EF4-FFF2-40B4-BE49-F238E27FC236}">
                <a16:creationId xmlns:a16="http://schemas.microsoft.com/office/drawing/2014/main" id="{75F7081C-72EA-42C7-A2C4-DCB2DC1BF24B}"/>
              </a:ext>
            </a:extLst>
          </p:cNvPr>
          <p:cNvSpPr>
            <a:spLocks xmlns:a="http://schemas.openxmlformats.org/drawingml/2006/main" noGrp="1"/>
          </p:cNvSpPr>
          <p:nvPr/>
        </p:nvSpPr>
        <p:spPr>
          <a:xfrm xmlns:a="http://schemas.openxmlformats.org/drawingml/2006/main">
            <a:off x="3860800" y="2667000"/>
            <a:ext cx="965200" cy="539750"/>
          </a:xfrm>
          <a:prstGeom xmlns:a="http://schemas.openxmlformats.org/drawingml/2006/main" prst="line">
            <a:avLst/>
          </a:prstGeom>
          <a:noFill xmlns:a="http://schemas.openxmlformats.org/drawingml/2006/main"/>
          <a:ln xmlns:a="http://schemas.openxmlformats.org/drawingml/2006/main" w="38100">
            <a:solidFill>
              <a:srgbClr val="8A7F70"/>
            </a:solidFill>
            <a:prstDash val="solid"/>
            <a:tailEnd type="triangle"/>
          </a:ln>
        </p:spPr>
      </p:sp>
      <p:sp>
        <p:nvSpPr>
          <p:cNvPr id="5" name="Shape 3">
            <a:extLst xmlns:a="http://schemas.openxmlformats.org/drawingml/2006/main">
              <a:ext uri="{FF2B5EF4-FFF2-40B4-BE49-F238E27FC236}">
                <a16:creationId xmlns:a16="http://schemas.microsoft.com/office/drawing/2014/main" id="{6E26AB8F-3D9D-4BB0-A28E-AFB6607E4FE8}"/>
              </a:ext>
            </a:extLst>
          </p:cNvPr>
          <p:cNvSpPr>
            <a:spLocks xmlns:a="http://schemas.openxmlformats.org/drawingml/2006/main" noGrp="1"/>
          </p:cNvSpPr>
          <p:nvPr/>
        </p:nvSpPr>
        <p:spPr>
          <a:xfrm xmlns:a="http://schemas.openxmlformats.org/drawingml/2006/main" flipV="1">
            <a:off x="3860800" y="3714750"/>
            <a:ext cx="965200" cy="666750"/>
          </a:xfrm>
          <a:prstGeom xmlns:a="http://schemas.openxmlformats.org/drawingml/2006/main" prst="line">
            <a:avLst/>
          </a:prstGeom>
          <a:noFill xmlns:a="http://schemas.openxmlformats.org/drawingml/2006/main"/>
          <a:ln xmlns:a="http://schemas.openxmlformats.org/drawingml/2006/main" w="38100">
            <a:solidFill>
              <a:srgbClr val="8A7F70"/>
            </a:solidFill>
            <a:prstDash val="solid"/>
            <a:tailEnd type="triangle"/>
          </a:ln>
        </p:spPr>
      </p:sp>
      <p:sp>
        <p:nvSpPr>
          <p:cNvPr id="6" name="Shape 4">
            <a:extLst xmlns:a="http://schemas.openxmlformats.org/drawingml/2006/main">
              <a:ext uri="{FF2B5EF4-FFF2-40B4-BE49-F238E27FC236}">
                <a16:creationId xmlns:a16="http://schemas.microsoft.com/office/drawing/2014/main" id="{387B695B-493F-44C8-9704-8871772EF4BC}"/>
              </a:ext>
            </a:extLst>
          </p:cNvPr>
          <p:cNvSpPr>
            <a:spLocks xmlns:a="http://schemas.openxmlformats.org/drawingml/2006/main" noGrp="1"/>
          </p:cNvSpPr>
          <p:nvPr/>
        </p:nvSpPr>
        <p:spPr>
          <a:xfrm xmlns:a="http://schemas.openxmlformats.org/drawingml/2006/main" flipV="1">
            <a:off x="7493000" y="2190750"/>
            <a:ext cx="952500" cy="1270000"/>
          </a:xfrm>
          <a:prstGeom xmlns:a="http://schemas.openxmlformats.org/drawingml/2006/main" prst="line">
            <a:avLst/>
          </a:prstGeom>
          <a:noFill xmlns:a="http://schemas.openxmlformats.org/drawingml/2006/main"/>
          <a:ln xmlns:a="http://schemas.openxmlformats.org/drawingml/2006/main" w="38100">
            <a:solidFill>
              <a:srgbClr val="8A7F70"/>
            </a:solidFill>
            <a:prstDash val="solid"/>
            <a:tailEnd type="triangle"/>
          </a:ln>
        </p:spPr>
      </p:sp>
      <p:sp>
        <p:nvSpPr>
          <p:cNvPr id="7" name="Shape 5">
            <a:extLst xmlns:a="http://schemas.openxmlformats.org/drawingml/2006/main">
              <a:ext uri="{FF2B5EF4-FFF2-40B4-BE49-F238E27FC236}">
                <a16:creationId xmlns:a16="http://schemas.microsoft.com/office/drawing/2014/main" id="{28A3E294-0299-48B2-8103-3D42BC30F921}"/>
              </a:ext>
            </a:extLst>
          </p:cNvPr>
          <p:cNvSpPr>
            <a:spLocks xmlns:a="http://schemas.openxmlformats.org/drawingml/2006/main" noGrp="1"/>
          </p:cNvSpPr>
          <p:nvPr/>
        </p:nvSpPr>
        <p:spPr>
          <a:xfrm xmlns:a="http://schemas.openxmlformats.org/drawingml/2006/main" flipV="1">
            <a:off x="7493000" y="3206750"/>
            <a:ext cx="952500" cy="254000"/>
          </a:xfrm>
          <a:prstGeom xmlns:a="http://schemas.openxmlformats.org/drawingml/2006/main" prst="line">
            <a:avLst/>
          </a:prstGeom>
          <a:noFill xmlns:a="http://schemas.openxmlformats.org/drawingml/2006/main"/>
          <a:ln xmlns:a="http://schemas.openxmlformats.org/drawingml/2006/main" w="38100">
            <a:solidFill>
              <a:srgbClr val="8A7F70"/>
            </a:solidFill>
            <a:prstDash val="solid"/>
            <a:tailEnd type="triangle"/>
          </a:ln>
        </p:spPr>
      </p:sp>
      <p:sp>
        <p:nvSpPr>
          <p:cNvPr id="8" name="Shape 6">
            <a:extLst xmlns:a="http://schemas.openxmlformats.org/drawingml/2006/main">
              <a:ext uri="{FF2B5EF4-FFF2-40B4-BE49-F238E27FC236}">
                <a16:creationId xmlns:a16="http://schemas.microsoft.com/office/drawing/2014/main" id="{3714E742-1D2A-4B33-BC4A-B990284F62B7}"/>
              </a:ext>
            </a:extLst>
          </p:cNvPr>
          <p:cNvSpPr>
            <a:spLocks xmlns:a="http://schemas.openxmlformats.org/drawingml/2006/main" noGrp="1"/>
          </p:cNvSpPr>
          <p:nvPr/>
        </p:nvSpPr>
        <p:spPr>
          <a:xfrm xmlns:a="http://schemas.openxmlformats.org/drawingml/2006/main">
            <a:off x="7493000" y="3460750"/>
            <a:ext cx="952500" cy="762000"/>
          </a:xfrm>
          <a:prstGeom xmlns:a="http://schemas.openxmlformats.org/drawingml/2006/main" prst="line">
            <a:avLst/>
          </a:prstGeom>
          <a:noFill xmlns:a="http://schemas.openxmlformats.org/drawingml/2006/main"/>
          <a:ln xmlns:a="http://schemas.openxmlformats.org/drawingml/2006/main" w="38100">
            <a:solidFill>
              <a:srgbClr val="8A7F70"/>
            </a:solidFill>
            <a:prstDash val="solid"/>
            <a:tailEnd type="triangle"/>
          </a:ln>
        </p:spPr>
      </p:sp>
      <p:sp>
        <p:nvSpPr>
          <p:cNvPr id="9" name="Shape 7">
            <a:extLst xmlns:a="http://schemas.openxmlformats.org/drawingml/2006/main">
              <a:ext uri="{FF2B5EF4-FFF2-40B4-BE49-F238E27FC236}">
                <a16:creationId xmlns:a16="http://schemas.microsoft.com/office/drawing/2014/main" id="{79F98156-585F-4037-8A81-F62A8629B212}"/>
              </a:ext>
            </a:extLst>
          </p:cNvPr>
          <p:cNvSpPr>
            <a:spLocks xmlns:a="http://schemas.openxmlformats.org/drawingml/2006/main" noGrp="1"/>
          </p:cNvSpPr>
          <p:nvPr/>
        </p:nvSpPr>
        <p:spPr>
          <a:xfrm xmlns:a="http://schemas.openxmlformats.org/drawingml/2006/main">
            <a:off x="7493000" y="3460750"/>
            <a:ext cx="952500" cy="1778000"/>
          </a:xfrm>
          <a:prstGeom xmlns:a="http://schemas.openxmlformats.org/drawingml/2006/main" prst="line">
            <a:avLst/>
          </a:prstGeom>
          <a:noFill xmlns:a="http://schemas.openxmlformats.org/drawingml/2006/main"/>
          <a:ln xmlns:a="http://schemas.openxmlformats.org/drawingml/2006/main" w="38100">
            <a:solidFill>
              <a:srgbClr val="8A7F70"/>
            </a:solidFill>
            <a:prstDash val="solid"/>
            <a:tailEnd type="triangle"/>
          </a:ln>
        </p:spPr>
      </p:sp>
      <p:sp>
        <p:nvSpPr>
          <p:cNvPr id="10" name="Shape 8">
            <a:extLst xmlns:a="http://schemas.openxmlformats.org/drawingml/2006/main">
              <a:ext uri="{FF2B5EF4-FFF2-40B4-BE49-F238E27FC236}">
                <a16:creationId xmlns:a16="http://schemas.microsoft.com/office/drawing/2014/main" id="{D364A1E0-8376-4253-AD32-7911A388DEE8}"/>
              </a:ext>
            </a:extLst>
          </p:cNvPr>
          <p:cNvSpPr>
            <a:spLocks xmlns:a="http://schemas.openxmlformats.org/drawingml/2006/main" noGrp="1"/>
          </p:cNvSpPr>
          <p:nvPr/>
        </p:nvSpPr>
        <p:spPr>
          <a:xfrm xmlns:a="http://schemas.openxmlformats.org/drawingml/2006/main">
            <a:off x="812800" y="1905000"/>
            <a:ext cx="3048000" cy="1524000"/>
          </a:xfrm>
          <a:prstGeom xmlns:a="http://schemas.openxmlformats.org/drawingml/2006/main" prst="roundRect">
            <a:avLst>
              <a:gd name="adj" fmla="val 10200"/>
            </a:avLst>
          </a:prstGeom>
          <a:solidFill xmlns:a="http://schemas.openxmlformats.org/drawingml/2006/main">
            <a:srgbClr val="BD2B1F"/>
          </a:solidFill>
        </p:spPr>
      </p:sp>
      <p:sp>
        <p:nvSpPr>
          <p:cNvPr id="11" name="Text 9">
            <a:extLst xmlns:a="http://schemas.openxmlformats.org/drawingml/2006/main">
              <a:ext uri="{FF2B5EF4-FFF2-40B4-BE49-F238E27FC236}">
                <a16:creationId xmlns:a16="http://schemas.microsoft.com/office/drawing/2014/main" id="{F8316506-554F-4815-AAD4-672BFEA348D0}"/>
              </a:ext>
            </a:extLst>
          </p:cNvPr>
          <p:cNvSpPr>
            <a:spLocks xmlns:a="http://schemas.openxmlformats.org/drawingml/2006/main" noGrp="1"/>
          </p:cNvSpPr>
          <p:nvPr/>
        </p:nvSpPr>
        <p:spPr>
          <a:xfrm xmlns:a="http://schemas.openxmlformats.org/drawingml/2006/main">
            <a:off x="1016000" y="2108200"/>
            <a:ext cx="266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FBF6EF"/>
                </a:solidFill>
                <a:latin typeface="Arial"/>
                <a:ea typeface="Arial"/>
                <a:cs typeface="Arial"/>
              </a:rPr>
              <a:t>Ứng dụng di động</a:t>
            </a:r>
            <a:endParaRPr sz="2000"/>
          </a:p>
        </p:txBody>
      </p:sp>
      <p:sp>
        <p:nvSpPr>
          <p:cNvPr id="12" name="Text 10">
            <a:extLst xmlns:a="http://schemas.openxmlformats.org/drawingml/2006/main">
              <a:ext uri="{FF2B5EF4-FFF2-40B4-BE49-F238E27FC236}">
                <a16:creationId xmlns:a16="http://schemas.microsoft.com/office/drawing/2014/main" id="{166FBFCB-346B-4371-882D-8F886940C045}"/>
              </a:ext>
            </a:extLst>
          </p:cNvPr>
          <p:cNvSpPr>
            <a:spLocks xmlns:a="http://schemas.openxmlformats.org/drawingml/2006/main" noGrp="1"/>
          </p:cNvSpPr>
          <p:nvPr/>
        </p:nvSpPr>
        <p:spPr>
          <a:xfrm xmlns:a="http://schemas.openxmlformats.org/drawingml/2006/main">
            <a:off x="1016000" y="2508250"/>
            <a:ext cx="2667000"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FAF5EE"/>
                </a:solidFill>
                <a:latin typeface="Arial"/>
                <a:ea typeface="Arial"/>
                <a:cs typeface="Arial"/>
              </a:defRPr>
            </a:defPPr>
            <a:lvl1pPr>
              <a:defRPr sz="1650" b="0">
                <a:solidFill>
                  <a:srgbClr val="FAF5EE"/>
                </a:solidFill>
                <a:latin typeface="Arial"/>
                <a:ea typeface="Arial"/>
                <a:cs typeface="Arial"/>
              </a:defRPr>
            </a:lvl1pPr>
            <a:lvl2pPr>
              <a:defRPr sz="1650" b="0">
                <a:solidFill>
                  <a:srgbClr val="FAF5EE"/>
                </a:solidFill>
                <a:latin typeface="Arial"/>
                <a:ea typeface="Arial"/>
                <a:cs typeface="Arial"/>
              </a:defRPr>
            </a:lvl2pPr>
            <a:lvl3pPr>
              <a:defRPr sz="1650" b="0">
                <a:solidFill>
                  <a:srgbClr val="FAF5EE"/>
                </a:solidFill>
                <a:latin typeface="Arial"/>
                <a:ea typeface="Arial"/>
                <a:cs typeface="Arial"/>
              </a:defRPr>
            </a:lvl3pPr>
            <a:lvl4pPr>
              <a:defRPr sz="1650" b="0">
                <a:solidFill>
                  <a:srgbClr val="FAF5EE"/>
                </a:solidFill>
                <a:latin typeface="Arial"/>
                <a:ea typeface="Arial"/>
                <a:cs typeface="Arial"/>
              </a:defRPr>
            </a:lvl4pPr>
            <a:lvl5pPr>
              <a:defRPr sz="1650" b="0">
                <a:solidFill>
                  <a:srgbClr val="FAF5EE"/>
                </a:solidFill>
                <a:latin typeface="Arial"/>
                <a:ea typeface="Arial"/>
                <a:cs typeface="Arial"/>
              </a:defRPr>
            </a:lvl5pPr>
            <a:lvl6pPr>
              <a:defRPr sz="1650" b="0">
                <a:solidFill>
                  <a:srgbClr val="FAF5EE"/>
                </a:solidFill>
                <a:latin typeface="Arial"/>
                <a:ea typeface="Arial"/>
                <a:cs typeface="Arial"/>
              </a:defRPr>
            </a:lvl6pPr>
            <a:lvl7pPr>
              <a:defRPr sz="1650" b="0">
                <a:solidFill>
                  <a:srgbClr val="FAF5EE"/>
                </a:solidFill>
                <a:latin typeface="Arial"/>
                <a:ea typeface="Arial"/>
                <a:cs typeface="Arial"/>
              </a:defRPr>
            </a:lvl7pPr>
            <a:lvl8pPr>
              <a:defRPr sz="1650" b="0">
                <a:solidFill>
                  <a:srgbClr val="FAF5EE"/>
                </a:solidFill>
                <a:latin typeface="Arial"/>
                <a:ea typeface="Arial"/>
                <a:cs typeface="Arial"/>
              </a:defRPr>
            </a:lvl8pPr>
            <a:lvl9pPr>
              <a:defRPr sz="1650" b="0">
                <a:solidFill>
                  <a:srgbClr val="FAF5EE"/>
                </a:solidFill>
                <a:latin typeface="Arial"/>
                <a:ea typeface="Arial"/>
                <a:cs typeface="Arial"/>
              </a:defRPr>
            </a:lvl9pPr>
          </a:lstStyle>
          <a:p xmlns:a="http://schemas.openxmlformats.org/drawingml/2006/main">
            <a:pPr marL="0" indent="0" algn="l">
              <a:lnSpc>
                <a:spcPct val="130000"/>
              </a:lnSpc>
              <a:buNone/>
              <a:defRPr sz="1650" b="0">
                <a:solidFill>
                  <a:srgbClr val="FAF5EE"/>
                </a:solidFill>
                <a:latin typeface="Arial"/>
                <a:ea typeface="Arial"/>
                <a:cs typeface="Arial"/>
              </a:defRPr>
            </a:pPr>
            <a:r>
              <a:rPr sz="1650" b="0">
                <a:solidFill>
                  <a:srgbClr val="FAF5EE"/>
                </a:solidFill>
                <a:latin typeface="Arial"/>
                <a:ea typeface="Arial"/>
                <a:cs typeface="Arial"/>
              </a:rPr>
              <a:t>Expo SDK 58</a:t>
            </a:r>
            <a:endParaRPr sz="1300"/>
          </a:p>
          <a:p xmlns:a="http://schemas.openxmlformats.org/drawingml/2006/main">
            <a:pPr marL="0" indent="0" algn="l">
              <a:lnSpc>
                <a:spcPct val="130000"/>
              </a:lnSpc>
              <a:buNone/>
              <a:defRPr sz="1650" b="0">
                <a:solidFill>
                  <a:srgbClr val="FAF5EE"/>
                </a:solidFill>
                <a:latin typeface="Arial"/>
                <a:ea typeface="Arial"/>
                <a:cs typeface="Arial"/>
              </a:defRPr>
            </a:pPr>
            <a:r>
              <a:rPr sz="1650" b="0">
                <a:solidFill>
                  <a:srgbClr val="FAF5EE"/>
                </a:solidFill>
                <a:latin typeface="Arial"/>
                <a:ea typeface="Arial"/>
                <a:cs typeface="Arial"/>
              </a:rPr>
              <a:t>React Native 0.88</a:t>
            </a:r>
            <a:endParaRPr sz="1300"/>
          </a:p>
        </p:txBody>
      </p:sp>
      <p:sp>
        <p:nvSpPr>
          <p:cNvPr id="13" name="Shape 11">
            <a:extLst xmlns:a="http://schemas.openxmlformats.org/drawingml/2006/main">
              <a:ext uri="{FF2B5EF4-FFF2-40B4-BE49-F238E27FC236}">
                <a16:creationId xmlns:a16="http://schemas.microsoft.com/office/drawing/2014/main" id="{BC91544C-B43E-4977-A410-F9EAE672C886}"/>
              </a:ext>
            </a:extLst>
          </p:cNvPr>
          <p:cNvSpPr>
            <a:spLocks xmlns:a="http://schemas.openxmlformats.org/drawingml/2006/main" noGrp="1"/>
          </p:cNvSpPr>
          <p:nvPr/>
        </p:nvSpPr>
        <p:spPr>
          <a:xfrm xmlns:a="http://schemas.openxmlformats.org/drawingml/2006/main">
            <a:off x="812800" y="3810000"/>
            <a:ext cx="3048000" cy="1143000"/>
          </a:xfrm>
          <a:prstGeom xmlns:a="http://schemas.openxmlformats.org/drawingml/2006/main" prst="roundRect">
            <a:avLst>
              <a:gd name="adj" fmla="val 13600"/>
            </a:avLst>
          </a:prstGeom>
          <a:solidFill xmlns:a="http://schemas.openxmlformats.org/drawingml/2006/main">
            <a:srgbClr val="FFFFFF"/>
          </a:solidFill>
          <a:ln xmlns:a="http://schemas.openxmlformats.org/drawingml/2006/main" w="12700">
            <a:solidFill>
              <a:srgbClr val="EADFCE"/>
            </a:solidFill>
            <a:prstDash val="solid"/>
          </a:ln>
        </p:spPr>
      </p:sp>
      <p:sp>
        <p:nvSpPr>
          <p:cNvPr id="14" name="Text 12">
            <a:extLst xmlns:a="http://schemas.openxmlformats.org/drawingml/2006/main">
              <a:ext uri="{FF2B5EF4-FFF2-40B4-BE49-F238E27FC236}">
                <a16:creationId xmlns:a16="http://schemas.microsoft.com/office/drawing/2014/main" id="{42FB9B2A-E13E-4810-AFF7-1A49CD7ABD70}"/>
              </a:ext>
            </a:extLst>
          </p:cNvPr>
          <p:cNvSpPr>
            <a:spLocks xmlns:a="http://schemas.openxmlformats.org/drawingml/2006/main" noGrp="1"/>
          </p:cNvSpPr>
          <p:nvPr/>
        </p:nvSpPr>
        <p:spPr>
          <a:xfrm xmlns:a="http://schemas.openxmlformats.org/drawingml/2006/main">
            <a:off x="1016000" y="4013200"/>
            <a:ext cx="266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F2430"/>
                </a:solidFill>
                <a:latin typeface="Arial"/>
                <a:ea typeface="Arial"/>
                <a:cs typeface="Arial"/>
              </a:rPr>
              <a:t>Web</a:t>
            </a:r>
            <a:endParaRPr sz="2000"/>
          </a:p>
        </p:txBody>
      </p:sp>
      <p:sp>
        <p:nvSpPr>
          <p:cNvPr id="15" name="Text 13">
            <a:extLst xmlns:a="http://schemas.openxmlformats.org/drawingml/2006/main">
              <a:ext uri="{FF2B5EF4-FFF2-40B4-BE49-F238E27FC236}">
                <a16:creationId xmlns:a16="http://schemas.microsoft.com/office/drawing/2014/main" id="{80F0B293-113C-4E22-B7D5-8B3C8294673A}"/>
              </a:ext>
            </a:extLst>
          </p:cNvPr>
          <p:cNvSpPr>
            <a:spLocks xmlns:a="http://schemas.openxmlformats.org/drawingml/2006/main" noGrp="1"/>
          </p:cNvSpPr>
          <p:nvPr/>
        </p:nvSpPr>
        <p:spPr>
          <a:xfrm xmlns:a="http://schemas.openxmlformats.org/drawingml/2006/main">
            <a:off x="1016000" y="4413250"/>
            <a:ext cx="266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575" b="0">
                <a:solidFill>
                  <a:srgbClr val="535B69"/>
                </a:solidFill>
                <a:latin typeface="Arial"/>
                <a:ea typeface="Arial"/>
                <a:cs typeface="Arial"/>
              </a:defRPr>
            </a:defPPr>
            <a:lvl1pPr>
              <a:defRPr sz="1575" b="0">
                <a:solidFill>
                  <a:srgbClr val="535B69"/>
                </a:solidFill>
                <a:latin typeface="Arial"/>
                <a:ea typeface="Arial"/>
                <a:cs typeface="Arial"/>
              </a:defRPr>
            </a:lvl1pPr>
            <a:lvl2pPr>
              <a:defRPr sz="1575" b="0">
                <a:solidFill>
                  <a:srgbClr val="535B69"/>
                </a:solidFill>
                <a:latin typeface="Arial"/>
                <a:ea typeface="Arial"/>
                <a:cs typeface="Arial"/>
              </a:defRPr>
            </a:lvl2pPr>
            <a:lvl3pPr>
              <a:defRPr sz="1575" b="0">
                <a:solidFill>
                  <a:srgbClr val="535B69"/>
                </a:solidFill>
                <a:latin typeface="Arial"/>
                <a:ea typeface="Arial"/>
                <a:cs typeface="Arial"/>
              </a:defRPr>
            </a:lvl3pPr>
            <a:lvl4pPr>
              <a:defRPr sz="1575" b="0">
                <a:solidFill>
                  <a:srgbClr val="535B69"/>
                </a:solidFill>
                <a:latin typeface="Arial"/>
                <a:ea typeface="Arial"/>
                <a:cs typeface="Arial"/>
              </a:defRPr>
            </a:lvl4pPr>
            <a:lvl5pPr>
              <a:defRPr sz="1575" b="0">
                <a:solidFill>
                  <a:srgbClr val="535B69"/>
                </a:solidFill>
                <a:latin typeface="Arial"/>
                <a:ea typeface="Arial"/>
                <a:cs typeface="Arial"/>
              </a:defRPr>
            </a:lvl5pPr>
            <a:lvl6pPr>
              <a:defRPr sz="1575" b="0">
                <a:solidFill>
                  <a:srgbClr val="535B69"/>
                </a:solidFill>
                <a:latin typeface="Arial"/>
                <a:ea typeface="Arial"/>
                <a:cs typeface="Arial"/>
              </a:defRPr>
            </a:lvl6pPr>
            <a:lvl7pPr>
              <a:defRPr sz="1575" b="0">
                <a:solidFill>
                  <a:srgbClr val="535B69"/>
                </a:solidFill>
                <a:latin typeface="Arial"/>
                <a:ea typeface="Arial"/>
                <a:cs typeface="Arial"/>
              </a:defRPr>
            </a:lvl7pPr>
            <a:lvl8pPr>
              <a:defRPr sz="1575" b="0">
                <a:solidFill>
                  <a:srgbClr val="535B69"/>
                </a:solidFill>
                <a:latin typeface="Arial"/>
                <a:ea typeface="Arial"/>
                <a:cs typeface="Arial"/>
              </a:defRPr>
            </a:lvl8pPr>
            <a:lvl9pPr>
              <a:defRPr sz="1575" b="0">
                <a:solidFill>
                  <a:srgbClr val="535B69"/>
                </a:solidFill>
                <a:latin typeface="Arial"/>
                <a:ea typeface="Arial"/>
                <a:cs typeface="Arial"/>
              </a:defRPr>
            </a:lvl9pPr>
          </a:lstStyle>
          <a:p xmlns:a="http://schemas.openxmlformats.org/drawingml/2006/main">
            <a:pPr marL="0" indent="0" algn="l">
              <a:lnSpc>
                <a:spcPct val="115000"/>
              </a:lnSpc>
              <a:buNone/>
              <a:defRPr sz="1575" b="0">
                <a:solidFill>
                  <a:srgbClr val="535B69"/>
                </a:solidFill>
                <a:latin typeface="Arial"/>
                <a:ea typeface="Arial"/>
                <a:cs typeface="Arial"/>
              </a:defRPr>
            </a:pPr>
            <a:r>
              <a:rPr sz="1575" b="0">
                <a:solidFill>
                  <a:srgbClr val="535B69"/>
                </a:solidFill>
                <a:latin typeface="Arial"/>
                <a:ea typeface="Arial"/>
                <a:cs typeface="Arial"/>
              </a:rPr>
              <a:t>Next.js 16 và PWA</a:t>
            </a:r>
            <a:endParaRPr sz="1300"/>
          </a:p>
        </p:txBody>
      </p:sp>
      <p:sp>
        <p:nvSpPr>
          <p:cNvPr id="16" name="Shape 14">
            <a:extLst xmlns:a="http://schemas.openxmlformats.org/drawingml/2006/main">
              <a:ext uri="{FF2B5EF4-FFF2-40B4-BE49-F238E27FC236}">
                <a16:creationId xmlns:a16="http://schemas.microsoft.com/office/drawing/2014/main" id="{837ED3C7-BCE3-48DB-A2BA-DD4B7444B8B7}"/>
              </a:ext>
            </a:extLst>
          </p:cNvPr>
          <p:cNvSpPr>
            <a:spLocks xmlns:a="http://schemas.openxmlformats.org/drawingml/2006/main" noGrp="1"/>
          </p:cNvSpPr>
          <p:nvPr/>
        </p:nvSpPr>
        <p:spPr>
          <a:xfrm xmlns:a="http://schemas.openxmlformats.org/drawingml/2006/main">
            <a:off x="4826000" y="2603500"/>
            <a:ext cx="2667000" cy="1714500"/>
          </a:xfrm>
          <a:prstGeom xmlns:a="http://schemas.openxmlformats.org/drawingml/2006/main" prst="roundRect">
            <a:avLst>
              <a:gd name="adj" fmla="val 9067"/>
            </a:avLst>
          </a:prstGeom>
          <a:solidFill xmlns:a="http://schemas.openxmlformats.org/drawingml/2006/main">
            <a:srgbClr val="1F2430"/>
          </a:solidFill>
        </p:spPr>
      </p:sp>
      <p:sp>
        <p:nvSpPr>
          <p:cNvPr id="17" name="Text 15">
            <a:extLst xmlns:a="http://schemas.openxmlformats.org/drawingml/2006/main">
              <a:ext uri="{FF2B5EF4-FFF2-40B4-BE49-F238E27FC236}">
                <a16:creationId xmlns:a16="http://schemas.microsoft.com/office/drawing/2014/main" id="{726D61A3-EBA0-46FB-9100-BCF34150146A}"/>
              </a:ext>
            </a:extLst>
          </p:cNvPr>
          <p:cNvSpPr>
            <a:spLocks xmlns:a="http://schemas.openxmlformats.org/drawingml/2006/main" noGrp="1"/>
          </p:cNvSpPr>
          <p:nvPr/>
        </p:nvSpPr>
        <p:spPr>
          <a:xfrm xmlns:a="http://schemas.openxmlformats.org/drawingml/2006/main">
            <a:off x="5029200" y="2806700"/>
            <a:ext cx="2286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FBF6EF"/>
                </a:solidFill>
                <a:latin typeface="Arial"/>
                <a:ea typeface="Arial"/>
                <a:cs typeface="Arial"/>
              </a:rPr>
              <a:t>API REST</a:t>
            </a:r>
            <a:endParaRPr sz="2000"/>
          </a:p>
        </p:txBody>
      </p:sp>
      <p:sp>
        <p:nvSpPr>
          <p:cNvPr id="18" name="Text 16">
            <a:extLst xmlns:a="http://schemas.openxmlformats.org/drawingml/2006/main">
              <a:ext uri="{FF2B5EF4-FFF2-40B4-BE49-F238E27FC236}">
                <a16:creationId xmlns:a16="http://schemas.microsoft.com/office/drawing/2014/main" id="{CEF05177-FA3E-4462-874E-0FECFF08EA04}"/>
              </a:ext>
            </a:extLst>
          </p:cNvPr>
          <p:cNvSpPr>
            <a:spLocks xmlns:a="http://schemas.openxmlformats.org/drawingml/2006/main" noGrp="1"/>
          </p:cNvSpPr>
          <p:nvPr/>
        </p:nvSpPr>
        <p:spPr>
          <a:xfrm xmlns:a="http://schemas.openxmlformats.org/drawingml/2006/main">
            <a:off x="5029200" y="3206750"/>
            <a:ext cx="228600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E1E2E7"/>
                </a:solidFill>
                <a:latin typeface="Arial"/>
                <a:ea typeface="Arial"/>
                <a:cs typeface="Arial"/>
              </a:defRPr>
            </a:defPPr>
            <a:lvl1pPr>
              <a:defRPr sz="1650" b="0">
                <a:solidFill>
                  <a:srgbClr val="E1E2E7"/>
                </a:solidFill>
                <a:latin typeface="Arial"/>
                <a:ea typeface="Arial"/>
                <a:cs typeface="Arial"/>
              </a:defRPr>
            </a:lvl1pPr>
            <a:lvl2pPr>
              <a:defRPr sz="1650" b="0">
                <a:solidFill>
                  <a:srgbClr val="E1E2E7"/>
                </a:solidFill>
                <a:latin typeface="Arial"/>
                <a:ea typeface="Arial"/>
                <a:cs typeface="Arial"/>
              </a:defRPr>
            </a:lvl2pPr>
            <a:lvl3pPr>
              <a:defRPr sz="1650" b="0">
                <a:solidFill>
                  <a:srgbClr val="E1E2E7"/>
                </a:solidFill>
                <a:latin typeface="Arial"/>
                <a:ea typeface="Arial"/>
                <a:cs typeface="Arial"/>
              </a:defRPr>
            </a:lvl3pPr>
            <a:lvl4pPr>
              <a:defRPr sz="1650" b="0">
                <a:solidFill>
                  <a:srgbClr val="E1E2E7"/>
                </a:solidFill>
                <a:latin typeface="Arial"/>
                <a:ea typeface="Arial"/>
                <a:cs typeface="Arial"/>
              </a:defRPr>
            </a:lvl4pPr>
            <a:lvl5pPr>
              <a:defRPr sz="1650" b="0">
                <a:solidFill>
                  <a:srgbClr val="E1E2E7"/>
                </a:solidFill>
                <a:latin typeface="Arial"/>
                <a:ea typeface="Arial"/>
                <a:cs typeface="Arial"/>
              </a:defRPr>
            </a:lvl5pPr>
            <a:lvl6pPr>
              <a:defRPr sz="1650" b="0">
                <a:solidFill>
                  <a:srgbClr val="E1E2E7"/>
                </a:solidFill>
                <a:latin typeface="Arial"/>
                <a:ea typeface="Arial"/>
                <a:cs typeface="Arial"/>
              </a:defRPr>
            </a:lvl6pPr>
            <a:lvl7pPr>
              <a:defRPr sz="1650" b="0">
                <a:solidFill>
                  <a:srgbClr val="E1E2E7"/>
                </a:solidFill>
                <a:latin typeface="Arial"/>
                <a:ea typeface="Arial"/>
                <a:cs typeface="Arial"/>
              </a:defRPr>
            </a:lvl7pPr>
            <a:lvl8pPr>
              <a:defRPr sz="1650" b="0">
                <a:solidFill>
                  <a:srgbClr val="E1E2E7"/>
                </a:solidFill>
                <a:latin typeface="Arial"/>
                <a:ea typeface="Arial"/>
                <a:cs typeface="Arial"/>
              </a:defRPr>
            </a:lvl8pPr>
            <a:lvl9pPr>
              <a:defRPr sz="1650" b="0">
                <a:solidFill>
                  <a:srgbClr val="E1E2E7"/>
                </a:solidFill>
                <a:latin typeface="Arial"/>
                <a:ea typeface="Arial"/>
                <a:cs typeface="Arial"/>
              </a:defRPr>
            </a:lvl9pPr>
          </a:lstStyle>
          <a:p xmlns:a="http://schemas.openxmlformats.org/drawingml/2006/main">
            <a:pPr marL="0" indent="0" algn="l">
              <a:lnSpc>
                <a:spcPct val="130000"/>
              </a:lnSpc>
              <a:buNone/>
              <a:defRPr sz="1650" b="0">
                <a:solidFill>
                  <a:srgbClr val="E1E2E7"/>
                </a:solidFill>
                <a:latin typeface="Arial"/>
                <a:ea typeface="Arial"/>
                <a:cs typeface="Arial"/>
              </a:defRPr>
            </a:pPr>
            <a:r>
              <a:rPr sz="1650" b="0">
                <a:solidFill>
                  <a:srgbClr val="E1E2E7"/>
                </a:solidFill>
                <a:latin typeface="Arial"/>
                <a:ea typeface="Arial"/>
                <a:cs typeface="Arial"/>
              </a:rPr>
              <a:t>NestJS 11</a:t>
            </a:r>
            <a:endParaRPr sz="1300"/>
          </a:p>
          <a:p xmlns:a="http://schemas.openxmlformats.org/drawingml/2006/main">
            <a:pPr marL="0" indent="0" algn="l">
              <a:lnSpc>
                <a:spcPct val="130000"/>
              </a:lnSpc>
              <a:buNone/>
              <a:defRPr sz="1650" b="0">
                <a:solidFill>
                  <a:srgbClr val="E1E2E7"/>
                </a:solidFill>
                <a:latin typeface="Arial"/>
                <a:ea typeface="Arial"/>
                <a:cs typeface="Arial"/>
              </a:defRPr>
            </a:pPr>
            <a:r>
              <a:rPr sz="1650" b="0">
                <a:solidFill>
                  <a:srgbClr val="E1E2E7"/>
                </a:solidFill>
                <a:latin typeface="Arial"/>
                <a:ea typeface="Arial"/>
                <a:cs typeface="Arial"/>
              </a:rPr>
              <a:t>JWT trong cookie</a:t>
            </a:r>
            <a:endParaRPr sz="1300"/>
          </a:p>
          <a:p xmlns:a="http://schemas.openxmlformats.org/drawingml/2006/main">
            <a:pPr marL="0" indent="0" algn="l">
              <a:lnSpc>
                <a:spcPct val="130000"/>
              </a:lnSpc>
              <a:buNone/>
              <a:defRPr sz="1650" b="0">
                <a:solidFill>
                  <a:srgbClr val="E1E2E7"/>
                </a:solidFill>
                <a:latin typeface="Arial"/>
                <a:ea typeface="Arial"/>
                <a:cs typeface="Arial"/>
              </a:defRPr>
            </a:pPr>
            <a:r>
              <a:rPr sz="1650" b="0">
                <a:solidFill>
                  <a:srgbClr val="E1E2E7"/>
                </a:solidFill>
                <a:latin typeface="Arial"/>
                <a:ea typeface="Arial"/>
                <a:cs typeface="Arial"/>
              </a:rPr>
              <a:t>WebSocket thông báo</a:t>
            </a:r>
            <a:endParaRPr sz="1300"/>
          </a:p>
        </p:txBody>
      </p:sp>
      <p:sp>
        <p:nvSpPr>
          <p:cNvPr id="19" name="Shape 17">
            <a:extLst xmlns:a="http://schemas.openxmlformats.org/drawingml/2006/main">
              <a:ext uri="{FF2B5EF4-FFF2-40B4-BE49-F238E27FC236}">
                <a16:creationId xmlns:a16="http://schemas.microsoft.com/office/drawing/2014/main" id="{69FA799A-CFC6-4581-B672-BA0D01077BEB}"/>
              </a:ext>
            </a:extLst>
          </p:cNvPr>
          <p:cNvSpPr>
            <a:spLocks xmlns:a="http://schemas.openxmlformats.org/drawingml/2006/main" noGrp="1"/>
          </p:cNvSpPr>
          <p:nvPr/>
        </p:nvSpPr>
        <p:spPr>
          <a:xfrm xmlns:a="http://schemas.openxmlformats.org/drawingml/2006/main">
            <a:off x="8445500" y="1714500"/>
            <a:ext cx="2933700" cy="952500"/>
          </a:xfrm>
          <a:prstGeom xmlns:a="http://schemas.openxmlformats.org/drawingml/2006/main" prst="roundRect">
            <a:avLst>
              <a:gd name="adj" fmla="val 16320"/>
            </a:avLst>
          </a:prstGeom>
          <a:solidFill xmlns:a="http://schemas.openxmlformats.org/drawingml/2006/main">
            <a:srgbClr val="FFFFFF"/>
          </a:solidFill>
          <a:ln xmlns:a="http://schemas.openxmlformats.org/drawingml/2006/main" w="12700">
            <a:solidFill>
              <a:srgbClr val="EADFCE"/>
            </a:solidFill>
            <a:prstDash val="solid"/>
          </a:ln>
        </p:spPr>
      </p:sp>
      <p:sp>
        <p:nvSpPr>
          <p:cNvPr id="20" name="Text 18">
            <a:extLst xmlns:a="http://schemas.openxmlformats.org/drawingml/2006/main">
              <a:ext uri="{FF2B5EF4-FFF2-40B4-BE49-F238E27FC236}">
                <a16:creationId xmlns:a16="http://schemas.microsoft.com/office/drawing/2014/main" id="{C9C5571B-30AC-47DC-B8BA-1B2D341CCAD3}"/>
              </a:ext>
            </a:extLst>
          </p:cNvPr>
          <p:cNvSpPr>
            <a:spLocks xmlns:a="http://schemas.openxmlformats.org/drawingml/2006/main" noGrp="1"/>
          </p:cNvSpPr>
          <p:nvPr/>
        </p:nvSpPr>
        <p:spPr>
          <a:xfrm xmlns:a="http://schemas.openxmlformats.org/drawingml/2006/main">
            <a:off x="8623300" y="1854200"/>
            <a:ext cx="2667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600" b="1">
                <a:solidFill>
                  <a:srgbClr val="1F2430"/>
                </a:solidFill>
                <a:latin typeface="Arial"/>
                <a:ea typeface="Arial"/>
                <a:cs typeface="Arial"/>
              </a:rPr>
              <a:t>PostgreSQL 16</a:t>
            </a:r>
            <a:endParaRPr sz="1600"/>
          </a:p>
        </p:txBody>
      </p:sp>
      <p:sp>
        <p:nvSpPr>
          <p:cNvPr id="21" name="Text 19">
            <a:extLst xmlns:a="http://schemas.openxmlformats.org/drawingml/2006/main">
              <a:ext uri="{FF2B5EF4-FFF2-40B4-BE49-F238E27FC236}">
                <a16:creationId xmlns:a16="http://schemas.microsoft.com/office/drawing/2014/main" id="{E4DB9B8D-0B5B-4086-BB5D-B846D262C3CB}"/>
              </a:ext>
            </a:extLst>
          </p:cNvPr>
          <p:cNvSpPr>
            <a:spLocks xmlns:a="http://schemas.openxmlformats.org/drawingml/2006/main" noGrp="1"/>
          </p:cNvSpPr>
          <p:nvPr/>
        </p:nvSpPr>
        <p:spPr>
          <a:xfrm xmlns:a="http://schemas.openxmlformats.org/drawingml/2006/main">
            <a:off x="8623300" y="2159000"/>
            <a:ext cx="2667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500" b="0">
                <a:solidFill>
                  <a:srgbClr val="535B69"/>
                </a:solidFill>
                <a:latin typeface="Arial"/>
                <a:ea typeface="Arial"/>
                <a:cs typeface="Arial"/>
              </a:defRPr>
            </a:defPPr>
            <a:lvl1pPr>
              <a:defRPr sz="1500" b="0">
                <a:solidFill>
                  <a:srgbClr val="535B69"/>
                </a:solidFill>
                <a:latin typeface="Arial"/>
                <a:ea typeface="Arial"/>
                <a:cs typeface="Arial"/>
              </a:defRPr>
            </a:lvl1pPr>
            <a:lvl2pPr>
              <a:defRPr sz="1500" b="0">
                <a:solidFill>
                  <a:srgbClr val="535B69"/>
                </a:solidFill>
                <a:latin typeface="Arial"/>
                <a:ea typeface="Arial"/>
                <a:cs typeface="Arial"/>
              </a:defRPr>
            </a:lvl2pPr>
            <a:lvl3pPr>
              <a:defRPr sz="1500" b="0">
                <a:solidFill>
                  <a:srgbClr val="535B69"/>
                </a:solidFill>
                <a:latin typeface="Arial"/>
                <a:ea typeface="Arial"/>
                <a:cs typeface="Arial"/>
              </a:defRPr>
            </a:lvl3pPr>
            <a:lvl4pPr>
              <a:defRPr sz="1500" b="0">
                <a:solidFill>
                  <a:srgbClr val="535B69"/>
                </a:solidFill>
                <a:latin typeface="Arial"/>
                <a:ea typeface="Arial"/>
                <a:cs typeface="Arial"/>
              </a:defRPr>
            </a:lvl4pPr>
            <a:lvl5pPr>
              <a:defRPr sz="1500" b="0">
                <a:solidFill>
                  <a:srgbClr val="535B69"/>
                </a:solidFill>
                <a:latin typeface="Arial"/>
                <a:ea typeface="Arial"/>
                <a:cs typeface="Arial"/>
              </a:defRPr>
            </a:lvl5pPr>
            <a:lvl6pPr>
              <a:defRPr sz="1500" b="0">
                <a:solidFill>
                  <a:srgbClr val="535B69"/>
                </a:solidFill>
                <a:latin typeface="Arial"/>
                <a:ea typeface="Arial"/>
                <a:cs typeface="Arial"/>
              </a:defRPr>
            </a:lvl6pPr>
            <a:lvl7pPr>
              <a:defRPr sz="1500" b="0">
                <a:solidFill>
                  <a:srgbClr val="535B69"/>
                </a:solidFill>
                <a:latin typeface="Arial"/>
                <a:ea typeface="Arial"/>
                <a:cs typeface="Arial"/>
              </a:defRPr>
            </a:lvl7pPr>
            <a:lvl8pPr>
              <a:defRPr sz="1500" b="0">
                <a:solidFill>
                  <a:srgbClr val="535B69"/>
                </a:solidFill>
                <a:latin typeface="Arial"/>
                <a:ea typeface="Arial"/>
                <a:cs typeface="Arial"/>
              </a:defRPr>
            </a:lvl8pPr>
            <a:lvl9pPr>
              <a:defRPr sz="1500" b="0">
                <a:solidFill>
                  <a:srgbClr val="535B69"/>
                </a:solidFill>
                <a:latin typeface="Arial"/>
                <a:ea typeface="Arial"/>
                <a:cs typeface="Arial"/>
              </a:defRPr>
            </a:lvl9pPr>
          </a:lstStyle>
          <a:p xmlns:a="http://schemas.openxmlformats.org/drawingml/2006/main">
            <a:pPr marL="0" indent="0" algn="l">
              <a:lnSpc>
                <a:spcPct val="115000"/>
              </a:lnSpc>
              <a:buNone/>
              <a:defRPr sz="1500" b="0">
                <a:solidFill>
                  <a:srgbClr val="535B69"/>
                </a:solidFill>
                <a:latin typeface="Arial"/>
                <a:ea typeface="Arial"/>
                <a:cs typeface="Arial"/>
              </a:defRPr>
            </a:pPr>
            <a:r>
              <a:rPr sz="1500" b="0">
                <a:solidFill>
                  <a:srgbClr val="535B69"/>
                </a:solidFill>
                <a:latin typeface="Arial"/>
                <a:ea typeface="Arial"/>
                <a:cs typeface="Arial"/>
              </a:rPr>
              <a:t>Dữ liệu qua TypeORM</a:t>
            </a:r>
            <a:endParaRPr sz="1200"/>
          </a:p>
        </p:txBody>
      </p:sp>
      <p:sp>
        <p:nvSpPr>
          <p:cNvPr id="22" name="Shape 20">
            <a:extLst xmlns:a="http://schemas.openxmlformats.org/drawingml/2006/main">
              <a:ext uri="{FF2B5EF4-FFF2-40B4-BE49-F238E27FC236}">
                <a16:creationId xmlns:a16="http://schemas.microsoft.com/office/drawing/2014/main" id="{BBA5B80B-B092-463F-BFFD-EE6B2DC7D2C9}"/>
              </a:ext>
            </a:extLst>
          </p:cNvPr>
          <p:cNvSpPr>
            <a:spLocks xmlns:a="http://schemas.openxmlformats.org/drawingml/2006/main" noGrp="1"/>
          </p:cNvSpPr>
          <p:nvPr/>
        </p:nvSpPr>
        <p:spPr>
          <a:xfrm xmlns:a="http://schemas.openxmlformats.org/drawingml/2006/main">
            <a:off x="8445500" y="2794000"/>
            <a:ext cx="2933700" cy="825500"/>
          </a:xfrm>
          <a:prstGeom xmlns:a="http://schemas.openxmlformats.org/drawingml/2006/main" prst="roundRect">
            <a:avLst>
              <a:gd name="adj" fmla="val 18831"/>
            </a:avLst>
          </a:prstGeom>
          <a:solidFill xmlns:a="http://schemas.openxmlformats.org/drawingml/2006/main">
            <a:srgbClr val="FFFFFF"/>
          </a:solidFill>
          <a:ln xmlns:a="http://schemas.openxmlformats.org/drawingml/2006/main" w="12700">
            <a:solidFill>
              <a:srgbClr val="EADFCE"/>
            </a:solidFill>
            <a:prstDash val="solid"/>
          </a:ln>
        </p:spPr>
      </p:sp>
      <p:sp>
        <p:nvSpPr>
          <p:cNvPr id="23" name="Text 21">
            <a:extLst xmlns:a="http://schemas.openxmlformats.org/drawingml/2006/main">
              <a:ext uri="{FF2B5EF4-FFF2-40B4-BE49-F238E27FC236}">
                <a16:creationId xmlns:a16="http://schemas.microsoft.com/office/drawing/2014/main" id="{C535BD76-1AF9-4FC0-8060-D9D6E503065C}"/>
              </a:ext>
            </a:extLst>
          </p:cNvPr>
          <p:cNvSpPr>
            <a:spLocks xmlns:a="http://schemas.openxmlformats.org/drawingml/2006/main" noGrp="1"/>
          </p:cNvSpPr>
          <p:nvPr/>
        </p:nvSpPr>
        <p:spPr>
          <a:xfrm xmlns:a="http://schemas.openxmlformats.org/drawingml/2006/main">
            <a:off x="8623300" y="2933700"/>
            <a:ext cx="2667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600" b="1">
                <a:solidFill>
                  <a:srgbClr val="1F2430"/>
                </a:solidFill>
                <a:latin typeface="Arial"/>
                <a:ea typeface="Arial"/>
                <a:cs typeface="Arial"/>
              </a:rPr>
              <a:t>Redis</a:t>
            </a:r>
            <a:endParaRPr sz="1600"/>
          </a:p>
        </p:txBody>
      </p:sp>
      <p:sp>
        <p:nvSpPr>
          <p:cNvPr id="24" name="Text 22">
            <a:extLst xmlns:a="http://schemas.openxmlformats.org/drawingml/2006/main">
              <a:ext uri="{FF2B5EF4-FFF2-40B4-BE49-F238E27FC236}">
                <a16:creationId xmlns:a16="http://schemas.microsoft.com/office/drawing/2014/main" id="{730AB2C6-F748-4B32-B221-DF25F7E82F80}"/>
              </a:ext>
            </a:extLst>
          </p:cNvPr>
          <p:cNvSpPr>
            <a:spLocks xmlns:a="http://schemas.openxmlformats.org/drawingml/2006/main" noGrp="1"/>
          </p:cNvSpPr>
          <p:nvPr/>
        </p:nvSpPr>
        <p:spPr>
          <a:xfrm xmlns:a="http://schemas.openxmlformats.org/drawingml/2006/main">
            <a:off x="8623300" y="3238500"/>
            <a:ext cx="2667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4A5160"/>
                </a:solidFill>
                <a:latin typeface="Arial"/>
                <a:ea typeface="Arial"/>
                <a:cs typeface="Arial"/>
              </a:rPr>
              <a:t>Hạn mức AI, đệm, socket</a:t>
            </a:r>
            <a:endParaRPr sz="1200"/>
          </a:p>
        </p:txBody>
      </p:sp>
      <p:sp>
        <p:nvSpPr>
          <p:cNvPr id="25" name="Shape 23">
            <a:extLst xmlns:a="http://schemas.openxmlformats.org/drawingml/2006/main">
              <a:ext uri="{FF2B5EF4-FFF2-40B4-BE49-F238E27FC236}">
                <a16:creationId xmlns:a16="http://schemas.microsoft.com/office/drawing/2014/main" id="{C86A57B2-CDDD-4AC1-91E6-DC2199D5EAC8}"/>
              </a:ext>
            </a:extLst>
          </p:cNvPr>
          <p:cNvSpPr>
            <a:spLocks xmlns:a="http://schemas.openxmlformats.org/drawingml/2006/main" noGrp="1"/>
          </p:cNvSpPr>
          <p:nvPr/>
        </p:nvSpPr>
        <p:spPr>
          <a:xfrm xmlns:a="http://schemas.openxmlformats.org/drawingml/2006/main">
            <a:off x="8445500" y="3810000"/>
            <a:ext cx="2933700" cy="825500"/>
          </a:xfrm>
          <a:prstGeom xmlns:a="http://schemas.openxmlformats.org/drawingml/2006/main" prst="roundRect">
            <a:avLst>
              <a:gd name="adj" fmla="val 18831"/>
            </a:avLst>
          </a:prstGeom>
          <a:solidFill xmlns:a="http://schemas.openxmlformats.org/drawingml/2006/main">
            <a:srgbClr val="FFFFFF"/>
          </a:solidFill>
          <a:ln xmlns:a="http://schemas.openxmlformats.org/drawingml/2006/main" w="12700">
            <a:solidFill>
              <a:srgbClr val="EADFCE"/>
            </a:solidFill>
            <a:prstDash val="solid"/>
          </a:ln>
        </p:spPr>
      </p:sp>
      <p:sp>
        <p:nvSpPr>
          <p:cNvPr id="26" name="Text 24">
            <a:extLst xmlns:a="http://schemas.openxmlformats.org/drawingml/2006/main">
              <a:ext uri="{FF2B5EF4-FFF2-40B4-BE49-F238E27FC236}">
                <a16:creationId xmlns:a16="http://schemas.microsoft.com/office/drawing/2014/main" id="{2C494B45-C48A-4887-8403-5BFADD03D1D5}"/>
              </a:ext>
            </a:extLst>
          </p:cNvPr>
          <p:cNvSpPr>
            <a:spLocks xmlns:a="http://schemas.openxmlformats.org/drawingml/2006/main" noGrp="1"/>
          </p:cNvSpPr>
          <p:nvPr/>
        </p:nvSpPr>
        <p:spPr>
          <a:xfrm xmlns:a="http://schemas.openxmlformats.org/drawingml/2006/main">
            <a:off x="8623300" y="3949700"/>
            <a:ext cx="2667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600" b="1">
                <a:solidFill>
                  <a:srgbClr val="1F2430"/>
                </a:solidFill>
                <a:latin typeface="Arial"/>
                <a:ea typeface="Arial"/>
                <a:cs typeface="Arial"/>
              </a:rPr>
              <a:t>Gemini API</a:t>
            </a:r>
            <a:endParaRPr sz="1600"/>
          </a:p>
        </p:txBody>
      </p:sp>
      <p:sp>
        <p:nvSpPr>
          <p:cNvPr id="27" name="Text 25">
            <a:extLst xmlns:a="http://schemas.openxmlformats.org/drawingml/2006/main">
              <a:ext uri="{FF2B5EF4-FFF2-40B4-BE49-F238E27FC236}">
                <a16:creationId xmlns:a16="http://schemas.microsoft.com/office/drawing/2014/main" id="{DD6CBA55-F1C6-4027-9A1B-D6156B42CCB0}"/>
              </a:ext>
            </a:extLst>
          </p:cNvPr>
          <p:cNvSpPr>
            <a:spLocks xmlns:a="http://schemas.openxmlformats.org/drawingml/2006/main" noGrp="1"/>
          </p:cNvSpPr>
          <p:nvPr/>
        </p:nvSpPr>
        <p:spPr>
          <a:xfrm xmlns:a="http://schemas.openxmlformats.org/drawingml/2006/main">
            <a:off x="8623300" y="4254500"/>
            <a:ext cx="2667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4A5160"/>
                </a:solidFill>
                <a:latin typeface="Arial"/>
                <a:ea typeface="Arial"/>
                <a:cs typeface="Arial"/>
              </a:rPr>
              <a:t>Luyện nói, mẹo nhớ, Coach</a:t>
            </a:r>
            <a:endParaRPr sz="1200"/>
          </a:p>
        </p:txBody>
      </p:sp>
      <p:sp>
        <p:nvSpPr>
          <p:cNvPr id="28" name="Shape 26">
            <a:extLst xmlns:a="http://schemas.openxmlformats.org/drawingml/2006/main">
              <a:ext uri="{FF2B5EF4-FFF2-40B4-BE49-F238E27FC236}">
                <a16:creationId xmlns:a16="http://schemas.microsoft.com/office/drawing/2014/main" id="{BB2D78D6-A1B8-494C-918F-0C59C6D2B245}"/>
              </a:ext>
            </a:extLst>
          </p:cNvPr>
          <p:cNvSpPr>
            <a:spLocks xmlns:a="http://schemas.openxmlformats.org/drawingml/2006/main" noGrp="1"/>
          </p:cNvSpPr>
          <p:nvPr/>
        </p:nvSpPr>
        <p:spPr>
          <a:xfrm xmlns:a="http://schemas.openxmlformats.org/drawingml/2006/main">
            <a:off x="8445500" y="4826000"/>
            <a:ext cx="2933700" cy="825500"/>
          </a:xfrm>
          <a:prstGeom xmlns:a="http://schemas.openxmlformats.org/drawingml/2006/main" prst="roundRect">
            <a:avLst>
              <a:gd name="adj" fmla="val 18831"/>
            </a:avLst>
          </a:prstGeom>
          <a:solidFill xmlns:a="http://schemas.openxmlformats.org/drawingml/2006/main">
            <a:srgbClr val="FFFFFF"/>
          </a:solidFill>
          <a:ln xmlns:a="http://schemas.openxmlformats.org/drawingml/2006/main" w="12700">
            <a:solidFill>
              <a:srgbClr val="EADFCE"/>
            </a:solidFill>
            <a:prstDash val="solid"/>
          </a:ln>
        </p:spPr>
      </p:sp>
      <p:sp>
        <p:nvSpPr>
          <p:cNvPr id="29" name="Text 27">
            <a:extLst xmlns:a="http://schemas.openxmlformats.org/drawingml/2006/main">
              <a:ext uri="{FF2B5EF4-FFF2-40B4-BE49-F238E27FC236}">
                <a16:creationId xmlns:a16="http://schemas.microsoft.com/office/drawing/2014/main" id="{A8C52228-58B9-4A47-9089-2D0756F7C0E2}"/>
              </a:ext>
            </a:extLst>
          </p:cNvPr>
          <p:cNvSpPr>
            <a:spLocks xmlns:a="http://schemas.openxmlformats.org/drawingml/2006/main" noGrp="1"/>
          </p:cNvSpPr>
          <p:nvPr/>
        </p:nvSpPr>
        <p:spPr>
          <a:xfrm xmlns:a="http://schemas.openxmlformats.org/drawingml/2006/main">
            <a:off x="8623300" y="4965700"/>
            <a:ext cx="2667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600" b="1">
                <a:solidFill>
                  <a:srgbClr val="1F2430"/>
                </a:solidFill>
                <a:latin typeface="Arial"/>
                <a:ea typeface="Arial"/>
                <a:cs typeface="Arial"/>
              </a:rPr>
              <a:t>payOS</a:t>
            </a:r>
            <a:endParaRPr sz="1600"/>
          </a:p>
        </p:txBody>
      </p:sp>
      <p:sp>
        <p:nvSpPr>
          <p:cNvPr id="30" name="Text 28">
            <a:extLst xmlns:a="http://schemas.openxmlformats.org/drawingml/2006/main">
              <a:ext uri="{FF2B5EF4-FFF2-40B4-BE49-F238E27FC236}">
                <a16:creationId xmlns:a16="http://schemas.microsoft.com/office/drawing/2014/main" id="{0D2C4893-E141-4D88-A5C1-B88663232B03}"/>
              </a:ext>
            </a:extLst>
          </p:cNvPr>
          <p:cNvSpPr>
            <a:spLocks xmlns:a="http://schemas.openxmlformats.org/drawingml/2006/main" noGrp="1"/>
          </p:cNvSpPr>
          <p:nvPr/>
        </p:nvSpPr>
        <p:spPr>
          <a:xfrm xmlns:a="http://schemas.openxmlformats.org/drawingml/2006/main">
            <a:off x="8623300" y="5270500"/>
            <a:ext cx="2667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a:solidFill>
                  <a:srgbClr val="4A5160"/>
                </a:solidFill>
                <a:latin typeface="Arial"/>
                <a:ea typeface="Arial"/>
                <a:cs typeface="Arial"/>
              </a:rPr>
              <a:t>Thanh toán QR ngân hàng</a:t>
            </a:r>
            <a:endParaRPr sz="1200"/>
          </a:p>
        </p:txBody>
      </p:sp>
      <p:sp>
        <p:nvSpPr>
          <p:cNvPr id="31" name="">
            <a:extLst xmlns:a="http://schemas.openxmlformats.org/drawingml/2006/main">
              <a:ext uri="{FF2B5EF4-FFF2-40B4-BE49-F238E27FC236}">
                <a16:creationId xmlns:a16="http://schemas.microsoft.com/office/drawing/2014/main" id="{DEC94102-8D09-4EFF-8EDF-194B4428F095}"/>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11</a:t>
            </a:r>
          </a:p>
        </p:txBody>
      </p:sp>
    </p:spTree>
    <p:extLst>
      <p:ext uri="{BB962C8B-B14F-4D97-AF65-F5344CB8AC3E}">
        <p14:creationId xmlns:p14="http://schemas.microsoft.com/office/powerpoint/2010/main" val="1036628818"/>
      </p:ext>
    </p:extLst>
  </p:cSld>
</p:sld>
</file>

<file path=ppt/slides/slide12.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AC4EDCF-2895-4F62-9111-20D5F4677DE9}"/>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KỸ THUẬT</a:t>
            </a:r>
            <a:endParaRPr sz="1200"/>
          </a:p>
        </p:txBody>
      </p:sp>
      <p:sp>
        <p:nvSpPr>
          <p:cNvPr id="3" name="Text 1">
            <a:extLst xmlns:a="http://schemas.openxmlformats.org/drawingml/2006/main">
              <a:ext uri="{FF2B5EF4-FFF2-40B4-BE49-F238E27FC236}">
                <a16:creationId xmlns:a16="http://schemas.microsoft.com/office/drawing/2014/main" id="{F17FF1CB-F7A6-4FEC-A8EA-0E141880B108}"/>
              </a:ext>
            </a:extLst>
          </p:cNvPr>
          <p:cNvSpPr>
            <a:spLocks xmlns:a="http://schemas.openxmlformats.org/drawingml/2006/main" noGrp="1"/>
          </p:cNvSpPr>
          <p:nvPr/>
        </p:nvSpPr>
        <p:spPr>
          <a:xfrm xmlns:a="http://schemas.openxmlformats.org/drawingml/2006/main">
            <a:off x="812800" y="1117600"/>
            <a:ext cx="5207000" cy="1397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8000"/>
              </a:lnSpc>
              <a:buNone/>
              <a:defRPr sz="3000" b="1">
                <a:solidFill>
                  <a:srgbClr val="202431"/>
                </a:solidFill>
                <a:latin typeface="Arial"/>
                <a:ea typeface="Arial"/>
                <a:cs typeface="Arial"/>
              </a:defRPr>
            </a:pPr>
            <a:r>
              <a:rPr sz="3000" b="1">
                <a:solidFill>
                  <a:srgbClr val="202431"/>
                </a:solidFill>
                <a:latin typeface="Arial"/>
                <a:ea typeface="Arial"/>
                <a:cs typeface="Arial"/>
              </a:rPr>
              <a:t>Ứng dụng di động</a:t>
            </a:r>
            <a:endParaRPr sz="3200"/>
          </a:p>
        </p:txBody>
      </p:sp>
      <p:sp>
        <p:nvSpPr>
          <p:cNvPr id="4" name="Text 2">
            <a:extLst xmlns:a="http://schemas.openxmlformats.org/drawingml/2006/main">
              <a:ext uri="{FF2B5EF4-FFF2-40B4-BE49-F238E27FC236}">
                <a16:creationId xmlns:a16="http://schemas.microsoft.com/office/drawing/2014/main" id="{3554A82B-E564-40FD-8B20-4BC417188708}"/>
              </a:ext>
            </a:extLst>
          </p:cNvPr>
          <p:cNvSpPr>
            <a:spLocks xmlns:a="http://schemas.openxmlformats.org/drawingml/2006/main" noGrp="1"/>
          </p:cNvSpPr>
          <p:nvPr/>
        </p:nvSpPr>
        <p:spPr>
          <a:xfrm xmlns:a="http://schemas.openxmlformats.org/drawingml/2006/main">
            <a:off x="812800" y="2730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Luồng học đồng nhất với web</a:t>
            </a:r>
            <a:endParaRPr sz="1700"/>
          </a:p>
        </p:txBody>
      </p:sp>
      <p:sp>
        <p:nvSpPr>
          <p:cNvPr id="5" name="Text 3">
            <a:extLst xmlns:a="http://schemas.openxmlformats.org/drawingml/2006/main">
              <a:ext uri="{FF2B5EF4-FFF2-40B4-BE49-F238E27FC236}">
                <a16:creationId xmlns:a16="http://schemas.microsoft.com/office/drawing/2014/main" id="{098747E8-9AEF-4F5A-B172-B3C7F10ABCF6}"/>
              </a:ext>
            </a:extLst>
          </p:cNvPr>
          <p:cNvSpPr>
            <a:spLocks xmlns:a="http://schemas.openxmlformats.org/drawingml/2006/main" noGrp="1"/>
          </p:cNvSpPr>
          <p:nvPr/>
        </p:nvSpPr>
        <p:spPr>
          <a:xfrm xmlns:a="http://schemas.openxmlformats.org/drawingml/2006/main">
            <a:off x="812800" y="3048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Dùng chung API và dữ liệu, có giao diện sáng và tối.</a:t>
            </a:r>
            <a:endParaRPr sz="1400"/>
          </a:p>
        </p:txBody>
      </p:sp>
      <p:sp>
        <p:nvSpPr>
          <p:cNvPr id="6" name="Text 4">
            <a:extLst xmlns:a="http://schemas.openxmlformats.org/drawingml/2006/main">
              <a:ext uri="{FF2B5EF4-FFF2-40B4-BE49-F238E27FC236}">
                <a16:creationId xmlns:a16="http://schemas.microsoft.com/office/drawing/2014/main" id="{28D3F2CA-E830-4974-B6C7-9E2CDFC397DC}"/>
              </a:ext>
            </a:extLst>
          </p:cNvPr>
          <p:cNvSpPr>
            <a:spLocks xmlns:a="http://schemas.openxmlformats.org/drawingml/2006/main" noGrp="1"/>
          </p:cNvSpPr>
          <p:nvPr/>
        </p:nvSpPr>
        <p:spPr>
          <a:xfrm xmlns:a="http://schemas.openxmlformats.org/drawingml/2006/main">
            <a:off x="812800" y="3746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Tích hợp tính năng thiết bị</a:t>
            </a:r>
            <a:endParaRPr sz="1700"/>
          </a:p>
        </p:txBody>
      </p:sp>
      <p:sp>
        <p:nvSpPr>
          <p:cNvPr id="7" name="Text 5">
            <a:extLst xmlns:a="http://schemas.openxmlformats.org/drawingml/2006/main">
              <a:ext uri="{FF2B5EF4-FFF2-40B4-BE49-F238E27FC236}">
                <a16:creationId xmlns:a16="http://schemas.microsoft.com/office/drawing/2014/main" id="{DCB43265-E933-474D-9741-321C9F88A92A}"/>
              </a:ext>
            </a:extLst>
          </p:cNvPr>
          <p:cNvSpPr>
            <a:spLocks xmlns:a="http://schemas.openxmlformats.org/drawingml/2006/main" noGrp="1"/>
          </p:cNvSpPr>
          <p:nvPr/>
        </p:nvSpPr>
        <p:spPr>
          <a:xfrm xmlns:a="http://schemas.openxmlformats.org/drawingml/2006/main">
            <a:off x="812800" y="4064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Micro, chọn ảnh, lịch nhắc học và các màn WebView.</a:t>
            </a:r>
            <a:endParaRPr sz="1400"/>
          </a:p>
        </p:txBody>
      </p:sp>
      <p:sp>
        <p:nvSpPr>
          <p:cNvPr id="8" name="Text 6">
            <a:extLst xmlns:a="http://schemas.openxmlformats.org/drawingml/2006/main">
              <a:ext uri="{FF2B5EF4-FFF2-40B4-BE49-F238E27FC236}">
                <a16:creationId xmlns:a16="http://schemas.microsoft.com/office/drawing/2014/main" id="{12BBB6EA-12EB-4884-9EF5-826C8B8CDD49}"/>
              </a:ext>
            </a:extLst>
          </p:cNvPr>
          <p:cNvSpPr>
            <a:spLocks xmlns:a="http://schemas.openxmlformats.org/drawingml/2006/main" noGrp="1"/>
          </p:cNvSpPr>
          <p:nvPr/>
        </p:nvSpPr>
        <p:spPr>
          <a:xfrm xmlns:a="http://schemas.openxmlformats.org/drawingml/2006/main">
            <a:off x="812800" y="4762500"/>
            <a:ext cx="5207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950" b="1">
                <a:solidFill>
                  <a:srgbClr val="202431"/>
                </a:solidFill>
                <a:latin typeface="Arial"/>
                <a:ea typeface="Arial"/>
                <a:cs typeface="Arial"/>
              </a:defRPr>
            </a:defPPr>
            <a:lvl1pPr>
              <a:defRPr sz="1950" b="1">
                <a:solidFill>
                  <a:srgbClr val="202431"/>
                </a:solidFill>
                <a:latin typeface="Arial"/>
                <a:ea typeface="Arial"/>
                <a:cs typeface="Arial"/>
              </a:defRPr>
            </a:lvl1pPr>
            <a:lvl2pPr>
              <a:defRPr sz="1950" b="1">
                <a:solidFill>
                  <a:srgbClr val="202431"/>
                </a:solidFill>
                <a:latin typeface="Arial"/>
                <a:ea typeface="Arial"/>
                <a:cs typeface="Arial"/>
              </a:defRPr>
            </a:lvl2pPr>
            <a:lvl3pPr>
              <a:defRPr sz="1950" b="1">
                <a:solidFill>
                  <a:srgbClr val="202431"/>
                </a:solidFill>
                <a:latin typeface="Arial"/>
                <a:ea typeface="Arial"/>
                <a:cs typeface="Arial"/>
              </a:defRPr>
            </a:lvl3pPr>
            <a:lvl4pPr>
              <a:defRPr sz="1950" b="1">
                <a:solidFill>
                  <a:srgbClr val="202431"/>
                </a:solidFill>
                <a:latin typeface="Arial"/>
                <a:ea typeface="Arial"/>
                <a:cs typeface="Arial"/>
              </a:defRPr>
            </a:lvl4pPr>
            <a:lvl5pPr>
              <a:defRPr sz="1950" b="1">
                <a:solidFill>
                  <a:srgbClr val="202431"/>
                </a:solidFill>
                <a:latin typeface="Arial"/>
                <a:ea typeface="Arial"/>
                <a:cs typeface="Arial"/>
              </a:defRPr>
            </a:lvl5pPr>
            <a:lvl6pPr>
              <a:defRPr sz="1950" b="1">
                <a:solidFill>
                  <a:srgbClr val="202431"/>
                </a:solidFill>
                <a:latin typeface="Arial"/>
                <a:ea typeface="Arial"/>
                <a:cs typeface="Arial"/>
              </a:defRPr>
            </a:lvl6pPr>
            <a:lvl7pPr>
              <a:defRPr sz="1950" b="1">
                <a:solidFill>
                  <a:srgbClr val="202431"/>
                </a:solidFill>
                <a:latin typeface="Arial"/>
                <a:ea typeface="Arial"/>
                <a:cs typeface="Arial"/>
              </a:defRPr>
            </a:lvl7pPr>
            <a:lvl8pPr>
              <a:defRPr sz="1950" b="1">
                <a:solidFill>
                  <a:srgbClr val="202431"/>
                </a:solidFill>
                <a:latin typeface="Arial"/>
                <a:ea typeface="Arial"/>
                <a:cs typeface="Arial"/>
              </a:defRPr>
            </a:lvl8pPr>
            <a:lvl9pPr>
              <a:defRPr sz="1950" b="1">
                <a:solidFill>
                  <a:srgbClr val="202431"/>
                </a:solidFill>
                <a:latin typeface="Arial"/>
                <a:ea typeface="Arial"/>
                <a:cs typeface="Arial"/>
              </a:defRPr>
            </a:lvl9pPr>
          </a:lstStyle>
          <a:p xmlns:a="http://schemas.openxmlformats.org/drawingml/2006/main">
            <a:pPr marL="0" indent="0" algn="l">
              <a:lnSpc>
                <a:spcPct val="115000"/>
              </a:lnSpc>
              <a:buNone/>
              <a:defRPr sz="1950" b="1">
                <a:solidFill>
                  <a:srgbClr val="202431"/>
                </a:solidFill>
                <a:latin typeface="Arial"/>
                <a:ea typeface="Arial"/>
                <a:cs typeface="Arial"/>
              </a:defRPr>
            </a:pPr>
            <a:r>
              <a:rPr sz="1950" b="1">
                <a:solidFill>
                  <a:srgbClr val="202431"/>
                </a:solidFill>
                <a:latin typeface="Arial"/>
                <a:ea typeface="Arial"/>
                <a:cs typeface="Arial"/>
              </a:rPr>
              <a:t>Google Sign-In đã tích hợp</a:t>
            </a:r>
            <a:endParaRPr sz="1700"/>
          </a:p>
        </p:txBody>
      </p:sp>
      <p:sp>
        <p:nvSpPr>
          <p:cNvPr id="9" name="Text 7">
            <a:extLst xmlns:a="http://schemas.openxmlformats.org/drawingml/2006/main">
              <a:ext uri="{FF2B5EF4-FFF2-40B4-BE49-F238E27FC236}">
                <a16:creationId xmlns:a16="http://schemas.microsoft.com/office/drawing/2014/main" id="{AE1FE35B-38B3-4A8A-B1D1-4763478384C0}"/>
              </a:ext>
            </a:extLst>
          </p:cNvPr>
          <p:cNvSpPr>
            <a:spLocks xmlns:a="http://schemas.openxmlformats.org/drawingml/2006/main" noGrp="1"/>
          </p:cNvSpPr>
          <p:nvPr/>
        </p:nvSpPr>
        <p:spPr>
          <a:xfrm xmlns:a="http://schemas.openxmlformats.org/drawingml/2006/main">
            <a:off x="812800" y="5080000"/>
            <a:ext cx="5207000"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650" b="0">
                <a:solidFill>
                  <a:srgbClr val="535B69"/>
                </a:solidFill>
                <a:latin typeface="Arial"/>
                <a:ea typeface="Arial"/>
                <a:cs typeface="Arial"/>
              </a:defRPr>
            </a:defPPr>
            <a:lvl1pPr>
              <a:defRPr sz="1650" b="0">
                <a:solidFill>
                  <a:srgbClr val="535B69"/>
                </a:solidFill>
                <a:latin typeface="Arial"/>
                <a:ea typeface="Arial"/>
                <a:cs typeface="Arial"/>
              </a:defRPr>
            </a:lvl1pPr>
            <a:lvl2pPr>
              <a:defRPr sz="1650" b="0">
                <a:solidFill>
                  <a:srgbClr val="535B69"/>
                </a:solidFill>
                <a:latin typeface="Arial"/>
                <a:ea typeface="Arial"/>
                <a:cs typeface="Arial"/>
              </a:defRPr>
            </a:lvl2pPr>
            <a:lvl3pPr>
              <a:defRPr sz="1650" b="0">
                <a:solidFill>
                  <a:srgbClr val="535B69"/>
                </a:solidFill>
                <a:latin typeface="Arial"/>
                <a:ea typeface="Arial"/>
                <a:cs typeface="Arial"/>
              </a:defRPr>
            </a:lvl3pPr>
            <a:lvl4pPr>
              <a:defRPr sz="1650" b="0">
                <a:solidFill>
                  <a:srgbClr val="535B69"/>
                </a:solidFill>
                <a:latin typeface="Arial"/>
                <a:ea typeface="Arial"/>
                <a:cs typeface="Arial"/>
              </a:defRPr>
            </a:lvl4pPr>
            <a:lvl5pPr>
              <a:defRPr sz="1650" b="0">
                <a:solidFill>
                  <a:srgbClr val="535B69"/>
                </a:solidFill>
                <a:latin typeface="Arial"/>
                <a:ea typeface="Arial"/>
                <a:cs typeface="Arial"/>
              </a:defRPr>
            </a:lvl5pPr>
            <a:lvl6pPr>
              <a:defRPr sz="1650" b="0">
                <a:solidFill>
                  <a:srgbClr val="535B69"/>
                </a:solidFill>
                <a:latin typeface="Arial"/>
                <a:ea typeface="Arial"/>
                <a:cs typeface="Arial"/>
              </a:defRPr>
            </a:lvl6pPr>
            <a:lvl7pPr>
              <a:defRPr sz="1650" b="0">
                <a:solidFill>
                  <a:srgbClr val="535B69"/>
                </a:solidFill>
                <a:latin typeface="Arial"/>
                <a:ea typeface="Arial"/>
                <a:cs typeface="Arial"/>
              </a:defRPr>
            </a:lvl7pPr>
            <a:lvl8pPr>
              <a:defRPr sz="1650" b="0">
                <a:solidFill>
                  <a:srgbClr val="535B69"/>
                </a:solidFill>
                <a:latin typeface="Arial"/>
                <a:ea typeface="Arial"/>
                <a:cs typeface="Arial"/>
              </a:defRPr>
            </a:lvl8pPr>
            <a:lvl9pPr>
              <a:defRPr sz="1650" b="0">
                <a:solidFill>
                  <a:srgbClr val="535B69"/>
                </a:solidFill>
                <a:latin typeface="Arial"/>
                <a:ea typeface="Arial"/>
                <a:cs typeface="Arial"/>
              </a:defRPr>
            </a:lvl9pPr>
          </a:lstStyle>
          <a:p xmlns:a="http://schemas.openxmlformats.org/drawingml/2006/main">
            <a:pPr marL="0" indent="0" algn="l">
              <a:lnSpc>
                <a:spcPct val="130000"/>
              </a:lnSpc>
              <a:buNone/>
              <a:defRPr sz="1650" b="0">
                <a:solidFill>
                  <a:srgbClr val="535B69"/>
                </a:solidFill>
                <a:latin typeface="Arial"/>
                <a:ea typeface="Arial"/>
                <a:cs typeface="Arial"/>
              </a:defRPr>
            </a:pPr>
            <a:r>
              <a:rPr sz="1650" b="0">
                <a:solidFill>
                  <a:srgbClr val="535B69"/>
                </a:solidFill>
                <a:latin typeface="Arial"/>
                <a:ea typeface="Arial"/>
                <a:cs typeface="Arial"/>
              </a:rPr>
              <a:t>Đã build APK và cấu hình server. Cần thử tài khoản thật trên thiết bị.</a:t>
            </a:r>
            <a:endParaRPr sz="1400"/>
          </a:p>
        </p:txBody>
      </p:sp>
      <p:sp>
        <p:nvSpPr>
          <p:cNvPr id="10" name="Shape 8">
            <a:extLst xmlns:a="http://schemas.openxmlformats.org/drawingml/2006/main">
              <a:ext uri="{FF2B5EF4-FFF2-40B4-BE49-F238E27FC236}">
                <a16:creationId xmlns:a16="http://schemas.microsoft.com/office/drawing/2014/main" id="{AE047427-6719-49C2-A08A-53397EBD407A}"/>
              </a:ext>
            </a:extLst>
          </p:cNvPr>
          <p:cNvSpPr>
            <a:spLocks xmlns:a="http://schemas.openxmlformats.org/drawingml/2006/main" noGrp="1"/>
          </p:cNvSpPr>
          <p:nvPr/>
        </p:nvSpPr>
        <p:spPr>
          <a:xfrm xmlns:a="http://schemas.openxmlformats.org/drawingml/2006/main">
            <a:off x="6527800"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1" name="Image 0">
            <a:extLst xmlns:a="http://schemas.openxmlformats.org/drawingml/2006/main">
              <a:ext uri="{FF2B5EF4-FFF2-40B4-BE49-F238E27FC236}">
                <a16:creationId xmlns:a16="http://schemas.microsoft.com/office/drawing/2014/main" id="{534BB3A1-35A5-43B8-9726-E07FDC11BE11}"/>
              </a:ext>
            </a:extLst>
          </p:cNvPr>
          <p:cNvPicPr>
            <a:picLocks xmlns:a="http://schemas.openxmlformats.org/drawingml/2006/main" noChangeAspect="1"/>
          </p:cNvPicPr>
          <p:nvPr/>
        </p:nvPicPr>
        <p:blipFill>
          <a:blip xmlns:r="http://schemas.openxmlformats.org/officeDocument/2006/relationships" xmlns:a="http://schemas.openxmlformats.org/drawingml/2006/main" r:embed="R42cd22132d414de8"/>
          <a:stretch xmlns:a="http://schemas.openxmlformats.org/drawingml/2006/main">
            <a:fillRect l="0" t="0" r="0" b="0"/>
          </a:stretch>
        </p:blipFill>
        <p:spPr>
          <a:xfrm xmlns:a="http://schemas.openxmlformats.org/drawingml/2006/main">
            <a:off x="6604000" y="1079500"/>
            <a:ext cx="2230024" cy="4826000"/>
          </a:xfrm>
          <a:prstGeom xmlns:a="http://schemas.openxmlformats.org/drawingml/2006/main" prst="rect">
            <a:avLst/>
          </a:prstGeom>
        </p:spPr>
      </p:pic>
      <p:sp>
        <p:nvSpPr>
          <p:cNvPr id="12" name="Shape 9">
            <a:extLst xmlns:a="http://schemas.openxmlformats.org/drawingml/2006/main">
              <a:ext uri="{FF2B5EF4-FFF2-40B4-BE49-F238E27FC236}">
                <a16:creationId xmlns:a16="http://schemas.microsoft.com/office/drawing/2014/main" id="{8AD20DD4-D8C9-446B-B01B-E8EBF550906B}"/>
              </a:ext>
            </a:extLst>
          </p:cNvPr>
          <p:cNvSpPr>
            <a:spLocks xmlns:a="http://schemas.openxmlformats.org/drawingml/2006/main" noGrp="1"/>
          </p:cNvSpPr>
          <p:nvPr/>
        </p:nvSpPr>
        <p:spPr>
          <a:xfrm xmlns:a="http://schemas.openxmlformats.org/drawingml/2006/main">
            <a:off x="9113424" y="1003300"/>
            <a:ext cx="2382424" cy="4978400"/>
          </a:xfrm>
          <a:prstGeom xmlns:a="http://schemas.openxmlformats.org/drawingml/2006/main" prst="roundRect">
            <a:avLst>
              <a:gd name="adj" fmla="val 4606"/>
            </a:avLst>
          </a:prstGeom>
          <a:solidFill xmlns:a="http://schemas.openxmlformats.org/drawingml/2006/main">
            <a:srgbClr val="15161A"/>
          </a:solidFill>
        </p:spPr>
      </p:sp>
      <p:pic>
        <p:nvPicPr>
          <p:cNvPr id="13" name="Image 1">
            <a:extLst xmlns:a="http://schemas.openxmlformats.org/drawingml/2006/main">
              <a:ext uri="{FF2B5EF4-FFF2-40B4-BE49-F238E27FC236}">
                <a16:creationId xmlns:a16="http://schemas.microsoft.com/office/drawing/2014/main" id="{59862EC6-EDAF-4845-B217-3B2C9A5A8820}"/>
              </a:ext>
            </a:extLst>
          </p:cNvPr>
          <p:cNvPicPr>
            <a:picLocks xmlns:a="http://schemas.openxmlformats.org/drawingml/2006/main" noChangeAspect="1"/>
          </p:cNvPicPr>
          <p:nvPr/>
        </p:nvPicPr>
        <p:blipFill>
          <a:blip xmlns:r="http://schemas.openxmlformats.org/officeDocument/2006/relationships" xmlns:a="http://schemas.openxmlformats.org/drawingml/2006/main" r:embed="Rdd979e84dcf445e3"/>
          <a:stretch xmlns:a="http://schemas.openxmlformats.org/drawingml/2006/main">
            <a:fillRect l="0" t="0" r="0" b="0"/>
          </a:stretch>
        </p:blipFill>
        <p:spPr>
          <a:xfrm xmlns:a="http://schemas.openxmlformats.org/drawingml/2006/main">
            <a:off x="9189624" y="1079500"/>
            <a:ext cx="2230024" cy="48260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36FAE56-324F-4E28-A620-DF7DC51E1A3E}"/>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12</a:t>
            </a:r>
          </a:p>
        </p:txBody>
      </p:sp>
    </p:spTree>
    <p:extLst>
      <p:ext uri="{BB962C8B-B14F-4D97-AF65-F5344CB8AC3E}">
        <p14:creationId xmlns:p14="http://schemas.microsoft.com/office/powerpoint/2010/main" val="1445442312"/>
      </p:ext>
    </p:extLst>
  </p:cSld>
</p:sld>
</file>

<file path=ppt/slides/slide13.xml><?xml version="1.0" encoding="utf-8"?>
<p:sld xmlns:p="http://schemas.openxmlformats.org/presentationml/2006/main">
  <p:cSld>
    <p:bg>
      <p:bgPr>
        <a:solidFill xmlns:a="http://schemas.openxmlformats.org/drawingml/2006/main">
          <a:srgbClr val="F3EAD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C4988A-9871-49FC-956F-EA1F83A9CB31}"/>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KỸ THUẬT</a:t>
            </a:r>
            <a:endParaRPr sz="1200"/>
          </a:p>
        </p:txBody>
      </p:sp>
      <p:sp>
        <p:nvSpPr>
          <p:cNvPr id="3" name="Text 1">
            <a:extLst xmlns:a="http://schemas.openxmlformats.org/drawingml/2006/main">
              <a:ext uri="{FF2B5EF4-FFF2-40B4-BE49-F238E27FC236}">
                <a16:creationId xmlns:a16="http://schemas.microsoft.com/office/drawing/2014/main" id="{C04E1B70-1876-403B-B7F5-CE4232FFB5A7}"/>
              </a:ext>
            </a:extLst>
          </p:cNvPr>
          <p:cNvSpPr>
            <a:spLocks xmlns:a="http://schemas.openxmlformats.org/drawingml/2006/main" noGrp="1"/>
          </p:cNvSpPr>
          <p:nvPr/>
        </p:nvSpPr>
        <p:spPr>
          <a:xfrm xmlns:a="http://schemas.openxmlformats.org/drawingml/2006/main">
            <a:off x="812800" y="1117600"/>
            <a:ext cx="105664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150" b="1">
                <a:solidFill>
                  <a:srgbClr val="202431"/>
                </a:solidFill>
                <a:latin typeface="Arial"/>
                <a:ea typeface="Arial"/>
                <a:cs typeface="Arial"/>
              </a:defRPr>
            </a:defPPr>
            <a:lvl1pPr>
              <a:defRPr sz="3150" b="1">
                <a:solidFill>
                  <a:srgbClr val="202431"/>
                </a:solidFill>
                <a:latin typeface="Arial"/>
                <a:ea typeface="Arial"/>
                <a:cs typeface="Arial"/>
              </a:defRPr>
            </a:lvl1pPr>
            <a:lvl2pPr>
              <a:defRPr sz="3150" b="1">
                <a:solidFill>
                  <a:srgbClr val="202431"/>
                </a:solidFill>
                <a:latin typeface="Arial"/>
                <a:ea typeface="Arial"/>
                <a:cs typeface="Arial"/>
              </a:defRPr>
            </a:lvl2pPr>
            <a:lvl3pPr>
              <a:defRPr sz="3150" b="1">
                <a:solidFill>
                  <a:srgbClr val="202431"/>
                </a:solidFill>
                <a:latin typeface="Arial"/>
                <a:ea typeface="Arial"/>
                <a:cs typeface="Arial"/>
              </a:defRPr>
            </a:lvl3pPr>
            <a:lvl4pPr>
              <a:defRPr sz="3150" b="1">
                <a:solidFill>
                  <a:srgbClr val="202431"/>
                </a:solidFill>
                <a:latin typeface="Arial"/>
                <a:ea typeface="Arial"/>
                <a:cs typeface="Arial"/>
              </a:defRPr>
            </a:lvl4pPr>
            <a:lvl5pPr>
              <a:defRPr sz="3150" b="1">
                <a:solidFill>
                  <a:srgbClr val="202431"/>
                </a:solidFill>
                <a:latin typeface="Arial"/>
                <a:ea typeface="Arial"/>
                <a:cs typeface="Arial"/>
              </a:defRPr>
            </a:lvl5pPr>
            <a:lvl6pPr>
              <a:defRPr sz="3150" b="1">
                <a:solidFill>
                  <a:srgbClr val="202431"/>
                </a:solidFill>
                <a:latin typeface="Arial"/>
                <a:ea typeface="Arial"/>
                <a:cs typeface="Arial"/>
              </a:defRPr>
            </a:lvl6pPr>
            <a:lvl7pPr>
              <a:defRPr sz="3150" b="1">
                <a:solidFill>
                  <a:srgbClr val="202431"/>
                </a:solidFill>
                <a:latin typeface="Arial"/>
                <a:ea typeface="Arial"/>
                <a:cs typeface="Arial"/>
              </a:defRPr>
            </a:lvl7pPr>
            <a:lvl8pPr>
              <a:defRPr sz="3150" b="1">
                <a:solidFill>
                  <a:srgbClr val="202431"/>
                </a:solidFill>
                <a:latin typeface="Arial"/>
                <a:ea typeface="Arial"/>
                <a:cs typeface="Arial"/>
              </a:defRPr>
            </a:lvl8pPr>
            <a:lvl9pPr>
              <a:defRPr sz="3150" b="1">
                <a:solidFill>
                  <a:srgbClr val="202431"/>
                </a:solidFill>
                <a:latin typeface="Arial"/>
                <a:ea typeface="Arial"/>
                <a:cs typeface="Arial"/>
              </a:defRPr>
            </a:lvl9pPr>
          </a:lstStyle>
          <a:p xmlns:a="http://schemas.openxmlformats.org/drawingml/2006/main">
            <a:pPr marL="0" indent="0" algn="l">
              <a:lnSpc>
                <a:spcPct val="105000"/>
              </a:lnSpc>
              <a:buNone/>
              <a:defRPr sz="3150" b="1">
                <a:solidFill>
                  <a:srgbClr val="202431"/>
                </a:solidFill>
                <a:latin typeface="Arial"/>
                <a:ea typeface="Arial"/>
                <a:cs typeface="Arial"/>
              </a:defRPr>
            </a:pPr>
            <a:r>
              <a:rPr sz="3150" b="1">
                <a:solidFill>
                  <a:srgbClr val="202431"/>
                </a:solidFill>
                <a:latin typeface="Arial"/>
                <a:ea typeface="Arial"/>
                <a:cs typeface="Arial"/>
              </a:rPr>
              <a:t>Kiểm thử và trạng thái xác nhận</a:t>
            </a:r>
            <a:endParaRPr sz="3600"/>
          </a:p>
        </p:txBody>
      </p:sp>
      <p:graphicFrame>
        <p:nvGraphicFramePr>
          <p:cNvPr id="17" name="Table 0">
            <a:extLst xmlns:a="http://schemas.openxmlformats.org/drawingml/2006/main">
              <a:ext uri="{FF2B5EF4-FFF2-40B4-BE49-F238E27FC236}">
                <a16:creationId xmlns:a16="http://schemas.microsoft.com/office/drawing/2014/main" id="{826A304A-2845-4DA5-AC9F-427C62D3021E}"/>
              </a:ext>
            </a:extLst>
          </p:cNvPr>
          <p:cNvGraphicFramePr/>
          <p:nvPr/>
        </p:nvGraphicFramePr>
        <p:xfrm>
          <a:off xmlns:a="http://schemas.openxmlformats.org/drawingml/2006/main" x="812800" y="2159000"/>
          <a:ext xmlns:a="http://schemas.openxmlformats.org/drawingml/2006/main" cx="10566400" cy="914400"/>
        </p:xfrm>
        <a:graphic xmlns:a="http://schemas.openxmlformats.org/drawingml/2006/main">
          <a:graphicData uri="http://schemas.openxmlformats.org/drawingml/2006/table">
            <a:tbl>
              <a:tblPr/>
              <a:tblGrid>
                <a:gridCol w="4445000"/>
                <a:gridCol w="6121400"/>
              </a:tblGrid>
              <a:tr h="609600">
                <a:tc>
                  <a:txBody>
                    <a:bodyPr/>
                    <a:lstStyle/>
                    <a:p>
                      <a:pPr marL="0" indent="0">
                        <a:buNone/>
                      </a:pPr>
                      <a:r>
                        <a:rPr sz="1500" b="1">
                          <a:solidFill>
                            <a:srgbClr val="FBF6EF"/>
                          </a:solidFill>
                          <a:latin typeface="Arial"/>
                          <a:ea typeface="Arial"/>
                          <a:cs typeface="Arial"/>
                        </a:rPr>
                        <a:t>Hạng mục</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1F2430"/>
                    </a:solidFill>
                  </a:tcPr>
                </a:tc>
                <a:tc>
                  <a:txBody>
                    <a:bodyPr/>
                    <a:lstStyle/>
                    <a:p>
                      <a:pPr marL="0" indent="0">
                        <a:buNone/>
                      </a:pPr>
                      <a:r>
                        <a:rPr sz="1500" b="1">
                          <a:solidFill>
                            <a:srgbClr val="FBF6EF"/>
                          </a:solidFill>
                          <a:latin typeface="Arial"/>
                          <a:ea typeface="Arial"/>
                          <a:cs typeface="Arial"/>
                        </a:rPr>
                        <a:t>Bằng chứng</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1F2430"/>
                    </a:solidFill>
                  </a:tcPr>
                </a:tc>
              </a:tr>
              <a:tr h="609600">
                <a:tc>
                  <a:txBody>
                    <a:bodyPr/>
                    <a:lstStyle/>
                    <a:p>
                      <a:pPr marL="0" indent="0">
                        <a:buNone/>
                      </a:pPr>
                      <a:r>
                        <a:rPr sz="1500">
                          <a:solidFill>
                            <a:srgbClr val="1F2430"/>
                          </a:solidFill>
                          <a:latin typeface="Arial"/>
                          <a:ea typeface="Arial"/>
                          <a:cs typeface="Arial"/>
                        </a:rPr>
                        <a:t>Server</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c>
                  <a:txBody>
                    <a:bodyPr/>
                    <a:lstStyle/>
                    <a:p>
                      <a:pPr marL="0" indent="0">
                        <a:buNone/>
                      </a:pPr>
                      <a:r>
                        <a:rPr sz="1500">
                          <a:solidFill>
                            <a:srgbClr val="1F2430"/>
                          </a:solidFill>
                          <a:latin typeface="Arial"/>
                          <a:ea typeface="Arial"/>
                          <a:cs typeface="Arial"/>
                        </a:rPr>
                        <a:t>192 test đạt, 1 test được bỏ qua</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r>
              <a:tr h="609600">
                <a:tc>
                  <a:txBody>
                    <a:bodyPr/>
                    <a:lstStyle/>
                    <a:p>
                      <a:pPr marL="0" indent="0">
                        <a:buNone/>
                      </a:pPr>
                      <a:r>
                        <a:rPr sz="1500">
                          <a:solidFill>
                            <a:srgbClr val="1F2430"/>
                          </a:solidFill>
                          <a:latin typeface="Arial"/>
                          <a:ea typeface="Arial"/>
                          <a:cs typeface="Arial"/>
                        </a:rPr>
                        <a:t>Mobile</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c>
                  <a:txBody>
                    <a:bodyPr/>
                    <a:lstStyle/>
                    <a:p>
                      <a:pPr marL="0" indent="0">
                        <a:buNone/>
                      </a:pPr>
                      <a:r>
                        <a:rPr sz="1500">
                          <a:solidFill>
                            <a:srgbClr val="1F2430"/>
                          </a:solidFill>
                          <a:latin typeface="Arial"/>
                          <a:ea typeface="Arial"/>
                          <a:cs typeface="Arial"/>
                        </a:rPr>
                        <a:t>35 test đạt, TypeScript và ESLint qua</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r>
              <a:tr h="609600">
                <a:tc>
                  <a:txBody>
                    <a:bodyPr/>
                    <a:lstStyle/>
                    <a:p>
                      <a:pPr marL="0" indent="0">
                        <a:buNone/>
                      </a:pPr>
                      <a:r>
                        <a:rPr sz="1500">
                          <a:solidFill>
                            <a:srgbClr val="1F2430"/>
                          </a:solidFill>
                          <a:latin typeface="Arial"/>
                          <a:ea typeface="Arial"/>
                          <a:cs typeface="Arial"/>
                        </a:rPr>
                        <a:t>Android APK</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c>
                  <a:txBody>
                    <a:bodyPr/>
                    <a:lstStyle/>
                    <a:p>
                      <a:pPr marL="0" indent="0">
                        <a:buNone/>
                      </a:pPr>
                      <a:r>
                        <a:rPr sz="1500">
                          <a:solidFill>
                            <a:srgbClr val="1F2430"/>
                          </a:solidFill>
                          <a:latin typeface="Arial"/>
                          <a:ea typeface="Arial"/>
                          <a:cs typeface="Arial"/>
                        </a:rPr>
                        <a:t>Release arm64 build thành công, chữ ký đã kiểm tra</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r>
              <a:tr h="609600">
                <a:tc>
                  <a:txBody>
                    <a:bodyPr/>
                    <a:lstStyle/>
                    <a:p>
                      <a:pPr marL="0" indent="0">
                        <a:buNone/>
                      </a:pPr>
                      <a:r>
                        <a:rPr sz="1500">
                          <a:solidFill>
                            <a:srgbClr val="1F2430"/>
                          </a:solidFill>
                          <a:latin typeface="Arial"/>
                          <a:ea typeface="Arial"/>
                          <a:cs typeface="Arial"/>
                        </a:rPr>
                        <a:t>Google API</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c>
                  <a:txBody>
                    <a:bodyPr/>
                    <a:lstStyle/>
                    <a:p>
                      <a:pPr marL="0" indent="0">
                        <a:buNone/>
                      </a:pPr>
                      <a:r>
                        <a:rPr sz="1500">
                          <a:solidFill>
                            <a:srgbClr val="1F2430"/>
                          </a:solidFill>
                          <a:latin typeface="Arial"/>
                          <a:ea typeface="Arial"/>
                          <a:cs typeface="Arial"/>
                        </a:rPr>
                        <a:t>Token không hợp lệ trả 401, cấu hình web giữ nguyên</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r>
              <a:tr h="609600">
                <a:tc>
                  <a:txBody>
                    <a:bodyPr/>
                    <a:lstStyle/>
                    <a:p>
                      <a:pPr marL="0" indent="0">
                        <a:buNone/>
                      </a:pPr>
                      <a:r>
                        <a:rPr sz="1500">
                          <a:solidFill>
                            <a:srgbClr val="1F2430"/>
                          </a:solidFill>
                          <a:latin typeface="Arial"/>
                          <a:ea typeface="Arial"/>
                          <a:cs typeface="Arial"/>
                        </a:rPr>
                        <a:t>Cần thử trên thiết bị</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c>
                  <a:txBody>
                    <a:bodyPr/>
                    <a:lstStyle/>
                    <a:p>
                      <a:pPr marL="0" indent="0">
                        <a:buNone/>
                      </a:pPr>
                      <a:r>
                        <a:rPr sz="1500">
                          <a:solidFill>
                            <a:srgbClr val="1F2430"/>
                          </a:solidFill>
                          <a:latin typeface="Arial"/>
                          <a:ea typeface="Arial"/>
                          <a:cs typeface="Arial"/>
                        </a:rPr>
                        <a:t>Google login thật, micro, camera và vòng đời phiên</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BF6EF"/>
                    </a:solidFill>
                  </a:tcPr>
                </a:tc>
              </a:tr>
            </a:tbl>
          </a:graphicData>
        </a:graphic>
      </p:graphicFrame>
      <p:sp>
        <p:nvSpPr>
          <p:cNvPr id="5" name="Text 2">
            <a:extLst xmlns:a="http://schemas.openxmlformats.org/drawingml/2006/main">
              <a:ext uri="{FF2B5EF4-FFF2-40B4-BE49-F238E27FC236}">
                <a16:creationId xmlns:a16="http://schemas.microsoft.com/office/drawing/2014/main" id="{B9F00D04-9EEE-4CEB-B8E4-48E2C9613399}"/>
              </a:ext>
            </a:extLst>
          </p:cNvPr>
          <p:cNvSpPr>
            <a:spLocks xmlns:a="http://schemas.openxmlformats.org/drawingml/2006/main" noGrp="1"/>
          </p:cNvSpPr>
          <p:nvPr/>
        </p:nvSpPr>
        <p:spPr>
          <a:xfrm xmlns:a="http://schemas.openxmlformats.org/drawingml/2006/main">
            <a:off x="812800" y="6223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0">
                <a:solidFill>
                  <a:srgbClr val="535B69"/>
                </a:solidFill>
                <a:latin typeface="Arial"/>
                <a:ea typeface="Arial"/>
                <a:cs typeface="Arial"/>
              </a:defRPr>
            </a:defPPr>
            <a:lvl1pPr>
              <a:defRPr sz="1200" b="0">
                <a:solidFill>
                  <a:srgbClr val="535B69"/>
                </a:solidFill>
                <a:latin typeface="Arial"/>
                <a:ea typeface="Arial"/>
                <a:cs typeface="Arial"/>
              </a:defRPr>
            </a:lvl1pPr>
            <a:lvl2pPr>
              <a:defRPr sz="1200" b="0">
                <a:solidFill>
                  <a:srgbClr val="535B69"/>
                </a:solidFill>
                <a:latin typeface="Arial"/>
                <a:ea typeface="Arial"/>
                <a:cs typeface="Arial"/>
              </a:defRPr>
            </a:lvl2pPr>
            <a:lvl3pPr>
              <a:defRPr sz="1200" b="0">
                <a:solidFill>
                  <a:srgbClr val="535B69"/>
                </a:solidFill>
                <a:latin typeface="Arial"/>
                <a:ea typeface="Arial"/>
                <a:cs typeface="Arial"/>
              </a:defRPr>
            </a:lvl3pPr>
            <a:lvl4pPr>
              <a:defRPr sz="1200" b="0">
                <a:solidFill>
                  <a:srgbClr val="535B69"/>
                </a:solidFill>
                <a:latin typeface="Arial"/>
                <a:ea typeface="Arial"/>
                <a:cs typeface="Arial"/>
              </a:defRPr>
            </a:lvl4pPr>
            <a:lvl5pPr>
              <a:defRPr sz="1200" b="0">
                <a:solidFill>
                  <a:srgbClr val="535B69"/>
                </a:solidFill>
                <a:latin typeface="Arial"/>
                <a:ea typeface="Arial"/>
                <a:cs typeface="Arial"/>
              </a:defRPr>
            </a:lvl5pPr>
            <a:lvl6pPr>
              <a:defRPr sz="1200" b="0">
                <a:solidFill>
                  <a:srgbClr val="535B69"/>
                </a:solidFill>
                <a:latin typeface="Arial"/>
                <a:ea typeface="Arial"/>
                <a:cs typeface="Arial"/>
              </a:defRPr>
            </a:lvl6pPr>
            <a:lvl7pPr>
              <a:defRPr sz="1200" b="0">
                <a:solidFill>
                  <a:srgbClr val="535B69"/>
                </a:solidFill>
                <a:latin typeface="Arial"/>
                <a:ea typeface="Arial"/>
                <a:cs typeface="Arial"/>
              </a:defRPr>
            </a:lvl7pPr>
            <a:lvl8pPr>
              <a:defRPr sz="1200" b="0">
                <a:solidFill>
                  <a:srgbClr val="535B69"/>
                </a:solidFill>
                <a:latin typeface="Arial"/>
                <a:ea typeface="Arial"/>
                <a:cs typeface="Arial"/>
              </a:defRPr>
            </a:lvl8pPr>
            <a:lvl9pPr>
              <a:defRPr sz="1200" b="0">
                <a:solidFill>
                  <a:srgbClr val="535B69"/>
                </a:solidFill>
                <a:latin typeface="Arial"/>
                <a:ea typeface="Arial"/>
                <a:cs typeface="Arial"/>
              </a:defRPr>
            </a:lvl9pPr>
          </a:lstStyle>
          <a:p xmlns:a="http://schemas.openxmlformats.org/drawingml/2006/main">
            <a:pPr marL="0" indent="0" algn="l">
              <a:lnSpc>
                <a:spcPct val="115000"/>
              </a:lnSpc>
              <a:buNone/>
              <a:defRPr sz="1200" b="0">
                <a:solidFill>
                  <a:srgbClr val="535B69"/>
                </a:solidFill>
                <a:latin typeface="Arial"/>
                <a:ea typeface="Arial"/>
                <a:cs typeface="Arial"/>
              </a:defRPr>
            </a:pPr>
            <a:r>
              <a:rPr sz="1200" b="0">
                <a:solidFill>
                  <a:srgbClr val="535B69"/>
                </a:solidFill>
                <a:latin typeface="Arial"/>
                <a:ea typeface="Arial"/>
                <a:cs typeface="Arial"/>
              </a:rPr>
              <a:t>Kết quả kiểm tra ngày 30/10/2026. Thử nghiệm trên thiết bị vẫn là bước cần làm.</a:t>
            </a:r>
            <a:endParaRPr sz="1200"/>
          </a:p>
        </p:txBody>
      </p:sp>
      <p:sp>
        <p:nvSpPr>
          <p:cNvPr id="18" name="">
            <a:extLst xmlns:a="http://schemas.openxmlformats.org/drawingml/2006/main">
              <a:ext uri="{FF2B5EF4-FFF2-40B4-BE49-F238E27FC236}">
                <a16:creationId xmlns:a16="http://schemas.microsoft.com/office/drawing/2014/main" id="{1106B153-3C07-420F-865E-40A90B9FDA95}"/>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13</a:t>
            </a:r>
          </a:p>
        </p:txBody>
      </p:sp>
    </p:spTree>
    <p:extLst>
      <p:ext uri="{BB962C8B-B14F-4D97-AF65-F5344CB8AC3E}">
        <p14:creationId xmlns:p14="http://schemas.microsoft.com/office/powerpoint/2010/main" val="668578383"/>
      </p:ext>
    </p:extLst>
  </p:cSld>
</p:sld>
</file>

<file path=ppt/slides/slide14.xml><?xml version="1.0" encoding="utf-8"?>
<p:sld xmlns:p="http://schemas.openxmlformats.org/presentationml/2006/main">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D83F1F-40C6-439C-9BE4-E6FE306A8C40}"/>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MÔ HÌNH</a:t>
            </a:r>
            <a:endParaRPr sz="1200"/>
          </a:p>
        </p:txBody>
      </p:sp>
      <p:sp>
        <p:nvSpPr>
          <p:cNvPr id="3" name="Text 1">
            <a:extLst xmlns:a="http://schemas.openxmlformats.org/drawingml/2006/main">
              <a:ext uri="{FF2B5EF4-FFF2-40B4-BE49-F238E27FC236}">
                <a16:creationId xmlns:a16="http://schemas.microsoft.com/office/drawing/2014/main" id="{92B74441-786F-43E5-97D9-14BD3B72AB9F}"/>
              </a:ext>
            </a:extLst>
          </p:cNvPr>
          <p:cNvSpPr>
            <a:spLocks xmlns:a="http://schemas.openxmlformats.org/drawingml/2006/main" noGrp="1"/>
          </p:cNvSpPr>
          <p:nvPr/>
        </p:nvSpPr>
        <p:spPr>
          <a:xfrm xmlns:a="http://schemas.openxmlformats.org/drawingml/2006/main">
            <a:off x="812800" y="1117600"/>
            <a:ext cx="105664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000" b="1">
                <a:solidFill>
                  <a:srgbClr val="202431"/>
                </a:solidFill>
                <a:latin typeface="Arial"/>
                <a:ea typeface="Arial"/>
                <a:cs typeface="Arial"/>
              </a:defRPr>
            </a:defPPr>
            <a:lvl1pPr>
              <a:defRPr sz="3000" b="1">
                <a:solidFill>
                  <a:srgbClr val="202431"/>
                </a:solidFill>
                <a:latin typeface="Arial"/>
                <a:ea typeface="Arial"/>
                <a:cs typeface="Arial"/>
              </a:defRPr>
            </a:lvl1pPr>
            <a:lvl2pPr>
              <a:defRPr sz="3000" b="1">
                <a:solidFill>
                  <a:srgbClr val="202431"/>
                </a:solidFill>
                <a:latin typeface="Arial"/>
                <a:ea typeface="Arial"/>
                <a:cs typeface="Arial"/>
              </a:defRPr>
            </a:lvl2pPr>
            <a:lvl3pPr>
              <a:defRPr sz="3000" b="1">
                <a:solidFill>
                  <a:srgbClr val="202431"/>
                </a:solidFill>
                <a:latin typeface="Arial"/>
                <a:ea typeface="Arial"/>
                <a:cs typeface="Arial"/>
              </a:defRPr>
            </a:lvl3pPr>
            <a:lvl4pPr>
              <a:defRPr sz="3000" b="1">
                <a:solidFill>
                  <a:srgbClr val="202431"/>
                </a:solidFill>
                <a:latin typeface="Arial"/>
                <a:ea typeface="Arial"/>
                <a:cs typeface="Arial"/>
              </a:defRPr>
            </a:lvl4pPr>
            <a:lvl5pPr>
              <a:defRPr sz="3000" b="1">
                <a:solidFill>
                  <a:srgbClr val="202431"/>
                </a:solidFill>
                <a:latin typeface="Arial"/>
                <a:ea typeface="Arial"/>
                <a:cs typeface="Arial"/>
              </a:defRPr>
            </a:lvl5pPr>
            <a:lvl6pPr>
              <a:defRPr sz="3000" b="1">
                <a:solidFill>
                  <a:srgbClr val="202431"/>
                </a:solidFill>
                <a:latin typeface="Arial"/>
                <a:ea typeface="Arial"/>
                <a:cs typeface="Arial"/>
              </a:defRPr>
            </a:lvl6pPr>
            <a:lvl7pPr>
              <a:defRPr sz="3000" b="1">
                <a:solidFill>
                  <a:srgbClr val="202431"/>
                </a:solidFill>
                <a:latin typeface="Arial"/>
                <a:ea typeface="Arial"/>
                <a:cs typeface="Arial"/>
              </a:defRPr>
            </a:lvl7pPr>
            <a:lvl8pPr>
              <a:defRPr sz="3000" b="1">
                <a:solidFill>
                  <a:srgbClr val="202431"/>
                </a:solidFill>
                <a:latin typeface="Arial"/>
                <a:ea typeface="Arial"/>
                <a:cs typeface="Arial"/>
              </a:defRPr>
            </a:lvl8pPr>
            <a:lvl9pPr>
              <a:defRPr sz="3000" b="1">
                <a:solidFill>
                  <a:srgbClr val="202431"/>
                </a:solidFill>
                <a:latin typeface="Arial"/>
                <a:ea typeface="Arial"/>
                <a:cs typeface="Arial"/>
              </a:defRPr>
            </a:lvl9pPr>
          </a:lstStyle>
          <a:p xmlns:a="http://schemas.openxmlformats.org/drawingml/2006/main">
            <a:pPr marL="0" indent="0" algn="l">
              <a:lnSpc>
                <a:spcPct val="105000"/>
              </a:lnSpc>
              <a:buNone/>
              <a:defRPr sz="3000" b="1">
                <a:solidFill>
                  <a:srgbClr val="202431"/>
                </a:solidFill>
                <a:latin typeface="Arial"/>
                <a:ea typeface="Arial"/>
                <a:cs typeface="Arial"/>
              </a:defRPr>
            </a:pPr>
            <a:r>
              <a:rPr sz="3000" b="1">
                <a:solidFill>
                  <a:srgbClr val="202431"/>
                </a:solidFill>
                <a:latin typeface="Arial"/>
                <a:ea typeface="Arial"/>
                <a:cs typeface="Arial"/>
              </a:rPr>
              <a:t>Nội dung học miễn phí, AI có gói mở rộng</a:t>
            </a:r>
            <a:endParaRPr sz="3600"/>
          </a:p>
        </p:txBody>
      </p:sp>
      <p:sp>
        <p:nvSpPr>
          <p:cNvPr id="4" name="Text 2">
            <a:extLst xmlns:a="http://schemas.openxmlformats.org/drawingml/2006/main">
              <a:ext uri="{FF2B5EF4-FFF2-40B4-BE49-F238E27FC236}">
                <a16:creationId xmlns:a16="http://schemas.microsoft.com/office/drawing/2014/main" id="{635BCE3D-CEC0-454C-8BCE-C73E0348E505}"/>
              </a:ext>
            </a:extLst>
          </p:cNvPr>
          <p:cNvSpPr>
            <a:spLocks xmlns:a="http://schemas.openxmlformats.org/drawingml/2006/main" noGrp="1"/>
          </p:cNvSpPr>
          <p:nvPr/>
        </p:nvSpPr>
        <p:spPr>
          <a:xfrm xmlns:a="http://schemas.openxmlformats.org/drawingml/2006/main">
            <a:off x="812800" y="2159000"/>
            <a:ext cx="5715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202431"/>
                </a:solidFill>
                <a:latin typeface="Arial"/>
                <a:ea typeface="Arial"/>
                <a:cs typeface="Arial"/>
              </a:defRPr>
            </a:defPPr>
            <a:lvl1pPr>
              <a:defRPr sz="1800" b="0">
                <a:solidFill>
                  <a:srgbClr val="202431"/>
                </a:solidFill>
                <a:latin typeface="Arial"/>
                <a:ea typeface="Arial"/>
                <a:cs typeface="Arial"/>
              </a:defRPr>
            </a:lvl1pPr>
            <a:lvl2pPr>
              <a:defRPr sz="1800" b="0">
                <a:solidFill>
                  <a:srgbClr val="202431"/>
                </a:solidFill>
                <a:latin typeface="Arial"/>
                <a:ea typeface="Arial"/>
                <a:cs typeface="Arial"/>
              </a:defRPr>
            </a:lvl2pPr>
            <a:lvl3pPr>
              <a:defRPr sz="1800" b="0">
                <a:solidFill>
                  <a:srgbClr val="202431"/>
                </a:solidFill>
                <a:latin typeface="Arial"/>
                <a:ea typeface="Arial"/>
                <a:cs typeface="Arial"/>
              </a:defRPr>
            </a:lvl3pPr>
            <a:lvl4pPr>
              <a:defRPr sz="1800" b="0">
                <a:solidFill>
                  <a:srgbClr val="202431"/>
                </a:solidFill>
                <a:latin typeface="Arial"/>
                <a:ea typeface="Arial"/>
                <a:cs typeface="Arial"/>
              </a:defRPr>
            </a:lvl4pPr>
            <a:lvl5pPr>
              <a:defRPr sz="1800" b="0">
                <a:solidFill>
                  <a:srgbClr val="202431"/>
                </a:solidFill>
                <a:latin typeface="Arial"/>
                <a:ea typeface="Arial"/>
                <a:cs typeface="Arial"/>
              </a:defRPr>
            </a:lvl5pPr>
            <a:lvl6pPr>
              <a:defRPr sz="1800" b="0">
                <a:solidFill>
                  <a:srgbClr val="202431"/>
                </a:solidFill>
                <a:latin typeface="Arial"/>
                <a:ea typeface="Arial"/>
                <a:cs typeface="Arial"/>
              </a:defRPr>
            </a:lvl6pPr>
            <a:lvl7pPr>
              <a:defRPr sz="1800" b="0">
                <a:solidFill>
                  <a:srgbClr val="202431"/>
                </a:solidFill>
                <a:latin typeface="Arial"/>
                <a:ea typeface="Arial"/>
                <a:cs typeface="Arial"/>
              </a:defRPr>
            </a:lvl7pPr>
            <a:lvl8pPr>
              <a:defRPr sz="1800" b="0">
                <a:solidFill>
                  <a:srgbClr val="202431"/>
                </a:solidFill>
                <a:latin typeface="Arial"/>
                <a:ea typeface="Arial"/>
                <a:cs typeface="Arial"/>
              </a:defRPr>
            </a:lvl8pPr>
            <a:lvl9pPr>
              <a:defRPr sz="1800" b="0">
                <a:solidFill>
                  <a:srgbClr val="202431"/>
                </a:solidFill>
                <a:latin typeface="Arial"/>
                <a:ea typeface="Arial"/>
                <a:cs typeface="Arial"/>
              </a:defRPr>
            </a:lvl9pPr>
          </a:lstStyle>
          <a:p xmlns:a="http://schemas.openxmlformats.org/drawingml/2006/main">
            <a:pPr marL="0" indent="0">
              <a:lnSpc>
                <a:spcPct val="125000"/>
              </a:lnSpc>
              <a:buNone/>
              <a:defRPr sz="1800" b="0">
                <a:solidFill>
                  <a:srgbClr val="202431"/>
                </a:solidFill>
                <a:latin typeface="Arial"/>
                <a:ea typeface="Arial"/>
                <a:cs typeface="Arial"/>
              </a:defRPr>
            </a:pPr>
            <a:r>
              <a:rPr sz="1800" b="0">
                <a:solidFill>
                  <a:srgbClr val="202431"/>
                </a:solidFill>
                <a:latin typeface="Arial"/>
                <a:ea typeface="Arial"/>
                <a:cs typeface="Arial"/>
              </a:rPr>
              <a:t>Bài học, từ điển, ngữ pháp và đề thi thử đều dùng miễn phí.</a:t>
            </a:r>
            <a:endParaRPr sz="1500"/>
          </a:p>
        </p:txBody>
      </p:sp>
      <p:sp>
        <p:nvSpPr>
          <p:cNvPr id="5" name="Text 3">
            <a:extLst xmlns:a="http://schemas.openxmlformats.org/drawingml/2006/main">
              <a:ext uri="{FF2B5EF4-FFF2-40B4-BE49-F238E27FC236}">
                <a16:creationId xmlns:a16="http://schemas.microsoft.com/office/drawing/2014/main" id="{1ECB7704-085B-45A3-B3D7-8D23F49290BB}"/>
              </a:ext>
            </a:extLst>
          </p:cNvPr>
          <p:cNvSpPr>
            <a:spLocks xmlns:a="http://schemas.openxmlformats.org/drawingml/2006/main" noGrp="1"/>
          </p:cNvSpPr>
          <p:nvPr/>
        </p:nvSpPr>
        <p:spPr>
          <a:xfrm xmlns:a="http://schemas.openxmlformats.org/drawingml/2006/main">
            <a:off x="812800" y="3048000"/>
            <a:ext cx="5715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202431"/>
                </a:solidFill>
                <a:latin typeface="Arial"/>
                <a:ea typeface="Arial"/>
                <a:cs typeface="Arial"/>
              </a:defRPr>
            </a:defPPr>
            <a:lvl1pPr>
              <a:defRPr sz="1800" b="0">
                <a:solidFill>
                  <a:srgbClr val="202431"/>
                </a:solidFill>
                <a:latin typeface="Arial"/>
                <a:ea typeface="Arial"/>
                <a:cs typeface="Arial"/>
              </a:defRPr>
            </a:lvl1pPr>
            <a:lvl2pPr>
              <a:defRPr sz="1800" b="0">
                <a:solidFill>
                  <a:srgbClr val="202431"/>
                </a:solidFill>
                <a:latin typeface="Arial"/>
                <a:ea typeface="Arial"/>
                <a:cs typeface="Arial"/>
              </a:defRPr>
            </a:lvl2pPr>
            <a:lvl3pPr>
              <a:defRPr sz="1800" b="0">
                <a:solidFill>
                  <a:srgbClr val="202431"/>
                </a:solidFill>
                <a:latin typeface="Arial"/>
                <a:ea typeface="Arial"/>
                <a:cs typeface="Arial"/>
              </a:defRPr>
            </a:lvl3pPr>
            <a:lvl4pPr>
              <a:defRPr sz="1800" b="0">
                <a:solidFill>
                  <a:srgbClr val="202431"/>
                </a:solidFill>
                <a:latin typeface="Arial"/>
                <a:ea typeface="Arial"/>
                <a:cs typeface="Arial"/>
              </a:defRPr>
            </a:lvl4pPr>
            <a:lvl5pPr>
              <a:defRPr sz="1800" b="0">
                <a:solidFill>
                  <a:srgbClr val="202431"/>
                </a:solidFill>
                <a:latin typeface="Arial"/>
                <a:ea typeface="Arial"/>
                <a:cs typeface="Arial"/>
              </a:defRPr>
            </a:lvl5pPr>
            <a:lvl6pPr>
              <a:defRPr sz="1800" b="0">
                <a:solidFill>
                  <a:srgbClr val="202431"/>
                </a:solidFill>
                <a:latin typeface="Arial"/>
                <a:ea typeface="Arial"/>
                <a:cs typeface="Arial"/>
              </a:defRPr>
            </a:lvl6pPr>
            <a:lvl7pPr>
              <a:defRPr sz="1800" b="0">
                <a:solidFill>
                  <a:srgbClr val="202431"/>
                </a:solidFill>
                <a:latin typeface="Arial"/>
                <a:ea typeface="Arial"/>
                <a:cs typeface="Arial"/>
              </a:defRPr>
            </a:lvl7pPr>
            <a:lvl8pPr>
              <a:defRPr sz="1800" b="0">
                <a:solidFill>
                  <a:srgbClr val="202431"/>
                </a:solidFill>
                <a:latin typeface="Arial"/>
                <a:ea typeface="Arial"/>
                <a:cs typeface="Arial"/>
              </a:defRPr>
            </a:lvl8pPr>
            <a:lvl9pPr>
              <a:defRPr sz="1800" b="0">
                <a:solidFill>
                  <a:srgbClr val="202431"/>
                </a:solidFill>
                <a:latin typeface="Arial"/>
                <a:ea typeface="Arial"/>
                <a:cs typeface="Arial"/>
              </a:defRPr>
            </a:lvl9pPr>
          </a:lstStyle>
          <a:p xmlns:a="http://schemas.openxmlformats.org/drawingml/2006/main">
            <a:pPr marL="0" indent="0">
              <a:lnSpc>
                <a:spcPct val="125000"/>
              </a:lnSpc>
              <a:buNone/>
              <a:defRPr sz="1800" b="0">
                <a:solidFill>
                  <a:srgbClr val="202431"/>
                </a:solidFill>
                <a:latin typeface="Arial"/>
                <a:ea typeface="Arial"/>
                <a:cs typeface="Arial"/>
              </a:defRPr>
            </a:pPr>
            <a:r>
              <a:rPr sz="1800" b="0">
                <a:solidFill>
                  <a:srgbClr val="202431"/>
                </a:solidFill>
                <a:latin typeface="Arial"/>
                <a:ea typeface="Arial"/>
                <a:cs typeface="Arial"/>
              </a:rPr>
              <a:t>Premium mở thêm quyền sử dụng AI và các tiện ích nâng cao.</a:t>
            </a:r>
            <a:endParaRPr sz="1500"/>
          </a:p>
        </p:txBody>
      </p:sp>
      <p:sp>
        <p:nvSpPr>
          <p:cNvPr id="6" name="Text 4">
            <a:extLst xmlns:a="http://schemas.openxmlformats.org/drawingml/2006/main">
              <a:ext uri="{FF2B5EF4-FFF2-40B4-BE49-F238E27FC236}">
                <a16:creationId xmlns:a16="http://schemas.microsoft.com/office/drawing/2014/main" id="{A4DAE2E9-EB9C-4234-B17D-C44B87A0FE9C}"/>
              </a:ext>
            </a:extLst>
          </p:cNvPr>
          <p:cNvSpPr>
            <a:spLocks xmlns:a="http://schemas.openxmlformats.org/drawingml/2006/main" noGrp="1"/>
          </p:cNvSpPr>
          <p:nvPr/>
        </p:nvSpPr>
        <p:spPr>
          <a:xfrm xmlns:a="http://schemas.openxmlformats.org/drawingml/2006/main">
            <a:off x="812800" y="3937000"/>
            <a:ext cx="5715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202431"/>
                </a:solidFill>
                <a:latin typeface="Arial"/>
                <a:ea typeface="Arial"/>
                <a:cs typeface="Arial"/>
              </a:defRPr>
            </a:defPPr>
            <a:lvl1pPr>
              <a:defRPr sz="1800" b="0">
                <a:solidFill>
                  <a:srgbClr val="202431"/>
                </a:solidFill>
                <a:latin typeface="Arial"/>
                <a:ea typeface="Arial"/>
                <a:cs typeface="Arial"/>
              </a:defRPr>
            </a:lvl1pPr>
            <a:lvl2pPr>
              <a:defRPr sz="1800" b="0">
                <a:solidFill>
                  <a:srgbClr val="202431"/>
                </a:solidFill>
                <a:latin typeface="Arial"/>
                <a:ea typeface="Arial"/>
                <a:cs typeface="Arial"/>
              </a:defRPr>
            </a:lvl2pPr>
            <a:lvl3pPr>
              <a:defRPr sz="1800" b="0">
                <a:solidFill>
                  <a:srgbClr val="202431"/>
                </a:solidFill>
                <a:latin typeface="Arial"/>
                <a:ea typeface="Arial"/>
                <a:cs typeface="Arial"/>
              </a:defRPr>
            </a:lvl3pPr>
            <a:lvl4pPr>
              <a:defRPr sz="1800" b="0">
                <a:solidFill>
                  <a:srgbClr val="202431"/>
                </a:solidFill>
                <a:latin typeface="Arial"/>
                <a:ea typeface="Arial"/>
                <a:cs typeface="Arial"/>
              </a:defRPr>
            </a:lvl4pPr>
            <a:lvl5pPr>
              <a:defRPr sz="1800" b="0">
                <a:solidFill>
                  <a:srgbClr val="202431"/>
                </a:solidFill>
                <a:latin typeface="Arial"/>
                <a:ea typeface="Arial"/>
                <a:cs typeface="Arial"/>
              </a:defRPr>
            </a:lvl5pPr>
            <a:lvl6pPr>
              <a:defRPr sz="1800" b="0">
                <a:solidFill>
                  <a:srgbClr val="202431"/>
                </a:solidFill>
                <a:latin typeface="Arial"/>
                <a:ea typeface="Arial"/>
                <a:cs typeface="Arial"/>
              </a:defRPr>
            </a:lvl6pPr>
            <a:lvl7pPr>
              <a:defRPr sz="1800" b="0">
                <a:solidFill>
                  <a:srgbClr val="202431"/>
                </a:solidFill>
                <a:latin typeface="Arial"/>
                <a:ea typeface="Arial"/>
                <a:cs typeface="Arial"/>
              </a:defRPr>
            </a:lvl7pPr>
            <a:lvl8pPr>
              <a:defRPr sz="1800" b="0">
                <a:solidFill>
                  <a:srgbClr val="202431"/>
                </a:solidFill>
                <a:latin typeface="Arial"/>
                <a:ea typeface="Arial"/>
                <a:cs typeface="Arial"/>
              </a:defRPr>
            </a:lvl8pPr>
            <a:lvl9pPr>
              <a:defRPr sz="1800" b="0">
                <a:solidFill>
                  <a:srgbClr val="202431"/>
                </a:solidFill>
                <a:latin typeface="Arial"/>
                <a:ea typeface="Arial"/>
                <a:cs typeface="Arial"/>
              </a:defRPr>
            </a:lvl9pPr>
          </a:lstStyle>
          <a:p xmlns:a="http://schemas.openxmlformats.org/drawingml/2006/main">
            <a:pPr marL="0" indent="0">
              <a:lnSpc>
                <a:spcPct val="125000"/>
              </a:lnSpc>
              <a:buNone/>
              <a:defRPr sz="1800" b="0">
                <a:solidFill>
                  <a:srgbClr val="202431"/>
                </a:solidFill>
                <a:latin typeface="Arial"/>
                <a:ea typeface="Arial"/>
                <a:cs typeface="Arial"/>
              </a:defRPr>
            </a:pPr>
            <a:r>
              <a:rPr sz="1800" b="0">
                <a:solidFill>
                  <a:srgbClr val="202431"/>
                </a:solidFill>
                <a:latin typeface="Arial"/>
                <a:ea typeface="Arial"/>
                <a:cs typeface="Arial"/>
              </a:rPr>
              <a:t>Thanh toán QR ngân hàng qua payOS, trả theo gói đã chọn.</a:t>
            </a:r>
            <a:endParaRPr sz="1500"/>
          </a:p>
        </p:txBody>
      </p:sp>
      <p:sp>
        <p:nvSpPr>
          <p:cNvPr id="7" name="Text 5">
            <a:extLst xmlns:a="http://schemas.openxmlformats.org/drawingml/2006/main">
              <a:ext uri="{FF2B5EF4-FFF2-40B4-BE49-F238E27FC236}">
                <a16:creationId xmlns:a16="http://schemas.microsoft.com/office/drawing/2014/main" id="{5157DF8D-ACBF-4382-AAA9-1078A8144D09}"/>
              </a:ext>
            </a:extLst>
          </p:cNvPr>
          <p:cNvSpPr>
            <a:spLocks xmlns:a="http://schemas.openxmlformats.org/drawingml/2006/main" noGrp="1"/>
          </p:cNvSpPr>
          <p:nvPr/>
        </p:nvSpPr>
        <p:spPr>
          <a:xfrm xmlns:a="http://schemas.openxmlformats.org/drawingml/2006/main">
            <a:off x="812800" y="4826000"/>
            <a:ext cx="5715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800" b="0">
                <a:solidFill>
                  <a:srgbClr val="202431"/>
                </a:solidFill>
                <a:latin typeface="Arial"/>
                <a:ea typeface="Arial"/>
                <a:cs typeface="Arial"/>
              </a:defRPr>
            </a:defPPr>
            <a:lvl1pPr>
              <a:defRPr sz="1800" b="0">
                <a:solidFill>
                  <a:srgbClr val="202431"/>
                </a:solidFill>
                <a:latin typeface="Arial"/>
                <a:ea typeface="Arial"/>
                <a:cs typeface="Arial"/>
              </a:defRPr>
            </a:lvl1pPr>
            <a:lvl2pPr>
              <a:defRPr sz="1800" b="0">
                <a:solidFill>
                  <a:srgbClr val="202431"/>
                </a:solidFill>
                <a:latin typeface="Arial"/>
                <a:ea typeface="Arial"/>
                <a:cs typeface="Arial"/>
              </a:defRPr>
            </a:lvl2pPr>
            <a:lvl3pPr>
              <a:defRPr sz="1800" b="0">
                <a:solidFill>
                  <a:srgbClr val="202431"/>
                </a:solidFill>
                <a:latin typeface="Arial"/>
                <a:ea typeface="Arial"/>
                <a:cs typeface="Arial"/>
              </a:defRPr>
            </a:lvl3pPr>
            <a:lvl4pPr>
              <a:defRPr sz="1800" b="0">
                <a:solidFill>
                  <a:srgbClr val="202431"/>
                </a:solidFill>
                <a:latin typeface="Arial"/>
                <a:ea typeface="Arial"/>
                <a:cs typeface="Arial"/>
              </a:defRPr>
            </a:lvl4pPr>
            <a:lvl5pPr>
              <a:defRPr sz="1800" b="0">
                <a:solidFill>
                  <a:srgbClr val="202431"/>
                </a:solidFill>
                <a:latin typeface="Arial"/>
                <a:ea typeface="Arial"/>
                <a:cs typeface="Arial"/>
              </a:defRPr>
            </a:lvl5pPr>
            <a:lvl6pPr>
              <a:defRPr sz="1800" b="0">
                <a:solidFill>
                  <a:srgbClr val="202431"/>
                </a:solidFill>
                <a:latin typeface="Arial"/>
                <a:ea typeface="Arial"/>
                <a:cs typeface="Arial"/>
              </a:defRPr>
            </a:lvl6pPr>
            <a:lvl7pPr>
              <a:defRPr sz="1800" b="0">
                <a:solidFill>
                  <a:srgbClr val="202431"/>
                </a:solidFill>
                <a:latin typeface="Arial"/>
                <a:ea typeface="Arial"/>
                <a:cs typeface="Arial"/>
              </a:defRPr>
            </a:lvl7pPr>
            <a:lvl8pPr>
              <a:defRPr sz="1800" b="0">
                <a:solidFill>
                  <a:srgbClr val="202431"/>
                </a:solidFill>
                <a:latin typeface="Arial"/>
                <a:ea typeface="Arial"/>
                <a:cs typeface="Arial"/>
              </a:defRPr>
            </a:lvl8pPr>
            <a:lvl9pPr>
              <a:defRPr sz="1800" b="0">
                <a:solidFill>
                  <a:srgbClr val="202431"/>
                </a:solidFill>
                <a:latin typeface="Arial"/>
                <a:ea typeface="Arial"/>
                <a:cs typeface="Arial"/>
              </a:defRPr>
            </a:lvl9pPr>
          </a:lstStyle>
          <a:p xmlns:a="http://schemas.openxmlformats.org/drawingml/2006/main">
            <a:pPr marL="0" indent="0">
              <a:lnSpc>
                <a:spcPct val="125000"/>
              </a:lnSpc>
              <a:buNone/>
              <a:defRPr sz="1800" b="0">
                <a:solidFill>
                  <a:srgbClr val="202431"/>
                </a:solidFill>
                <a:latin typeface="Arial"/>
                <a:ea typeface="Arial"/>
                <a:cs typeface="Arial"/>
              </a:defRPr>
            </a:pPr>
            <a:r>
              <a:rPr sz="1800" b="0">
                <a:solidFill>
                  <a:srgbClr val="202431"/>
                </a:solidFill>
                <a:latin typeface="Arial"/>
                <a:ea typeface="Arial"/>
                <a:cs typeface="Arial"/>
              </a:rPr>
              <a:t>Lớp học miễn phí giúp giáo viên giao bài và theo dõi học viên.</a:t>
            </a:r>
            <a:endParaRPr sz="1500"/>
          </a:p>
        </p:txBody>
      </p:sp>
      <p:graphicFrame>
        <p:nvGraphicFramePr>
          <p:cNvPr id="18" name="Table 0">
            <a:extLst xmlns:a="http://schemas.openxmlformats.org/drawingml/2006/main">
              <a:ext uri="{FF2B5EF4-FFF2-40B4-BE49-F238E27FC236}">
                <a16:creationId xmlns:a16="http://schemas.microsoft.com/office/drawing/2014/main" id="{DDCC1822-657C-4916-B061-5C6C1FC0C78B}"/>
              </a:ext>
            </a:extLst>
          </p:cNvPr>
          <p:cNvGraphicFramePr/>
          <p:nvPr/>
        </p:nvGraphicFramePr>
        <p:xfrm>
          <a:off xmlns:a="http://schemas.openxmlformats.org/drawingml/2006/main" x="7442200" y="2159000"/>
          <a:ext xmlns:a="http://schemas.openxmlformats.org/drawingml/2006/main" cx="3937000" cy="914400"/>
        </p:xfrm>
        <a:graphic xmlns:a="http://schemas.openxmlformats.org/drawingml/2006/main">
          <a:graphicData uri="http://schemas.openxmlformats.org/drawingml/2006/table">
            <a:tbl>
              <a:tblPr/>
              <a:tblGrid>
                <a:gridCol w="2159000"/>
                <a:gridCol w="1778000"/>
              </a:tblGrid>
              <a:tr h="533400">
                <a:tc>
                  <a:txBody>
                    <a:bodyPr/>
                    <a:lstStyle/>
                    <a:p>
                      <a:pPr marL="0" indent="0">
                        <a:buNone/>
                      </a:pPr>
                      <a:r>
                        <a:rPr sz="1500" b="1">
                          <a:solidFill>
                            <a:srgbClr val="FBF6EF"/>
                          </a:solidFill>
                          <a:latin typeface="Arial"/>
                          <a:ea typeface="Arial"/>
                          <a:cs typeface="Arial"/>
                        </a:rPr>
                        <a:t>Gói Premium</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BD2B1F"/>
                    </a:solidFill>
                  </a:tcPr>
                </a:tc>
                <a:tc>
                  <a:txBody>
                    <a:bodyPr/>
                    <a:lstStyle/>
                    <a:p>
                      <a:pPr marL="0" indent="0" algn="r">
                        <a:buNone/>
                      </a:pPr>
                      <a:r>
                        <a:rPr sz="1500" b="1">
                          <a:solidFill>
                            <a:srgbClr val="FBF6EF"/>
                          </a:solidFill>
                          <a:latin typeface="Arial"/>
                          <a:ea typeface="Arial"/>
                          <a:cs typeface="Arial"/>
                        </a:rPr>
                        <a:t>Giá</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BD2B1F"/>
                    </a:solidFill>
                  </a:tcPr>
                </a:tc>
              </a:tr>
              <a:tr h="533400">
                <a:tc>
                  <a:txBody>
                    <a:bodyPr/>
                    <a:lstStyle/>
                    <a:p>
                      <a:pPr marL="0" indent="0">
                        <a:buNone/>
                      </a:pPr>
                      <a:r>
                        <a:rPr sz="1500">
                          <a:solidFill>
                            <a:srgbClr val="1F2430"/>
                          </a:solidFill>
                          <a:latin typeface="Arial"/>
                          <a:ea typeface="Arial"/>
                          <a:cs typeface="Arial"/>
                        </a:rPr>
                        <a:t>1 tháng</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c>
                  <a:txBody>
                    <a:bodyPr/>
                    <a:lstStyle/>
                    <a:p>
                      <a:pPr marL="0" indent="0" algn="r">
                        <a:buNone/>
                      </a:pPr>
                      <a:r>
                        <a:rPr sz="1500">
                          <a:solidFill>
                            <a:srgbClr val="1F2430"/>
                          </a:solidFill>
                          <a:latin typeface="Arial"/>
                          <a:ea typeface="Arial"/>
                          <a:cs typeface="Arial"/>
                        </a:rPr>
                        <a:t>19.000đ</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r>
              <a:tr h="533400">
                <a:tc>
                  <a:txBody>
                    <a:bodyPr/>
                    <a:lstStyle/>
                    <a:p>
                      <a:pPr marL="0" indent="0">
                        <a:buNone/>
                      </a:pPr>
                      <a:r>
                        <a:rPr sz="1500">
                          <a:solidFill>
                            <a:srgbClr val="1F2430"/>
                          </a:solidFill>
                          <a:latin typeface="Arial"/>
                          <a:ea typeface="Arial"/>
                          <a:cs typeface="Arial"/>
                        </a:rPr>
                        <a:t>3 tháng</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c>
                  <a:txBody>
                    <a:bodyPr/>
                    <a:lstStyle/>
                    <a:p>
                      <a:pPr marL="0" indent="0" algn="r">
                        <a:buNone/>
                      </a:pPr>
                      <a:r>
                        <a:rPr sz="1500">
                          <a:solidFill>
                            <a:srgbClr val="1F2430"/>
                          </a:solidFill>
                          <a:latin typeface="Arial"/>
                          <a:ea typeface="Arial"/>
                          <a:cs typeface="Arial"/>
                        </a:rPr>
                        <a:t>49.000đ</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r>
              <a:tr h="533400">
                <a:tc>
                  <a:txBody>
                    <a:bodyPr/>
                    <a:lstStyle/>
                    <a:p>
                      <a:pPr marL="0" indent="0">
                        <a:buNone/>
                      </a:pPr>
                      <a:r>
                        <a:rPr sz="1500">
                          <a:solidFill>
                            <a:srgbClr val="1F2430"/>
                          </a:solidFill>
                          <a:latin typeface="Arial"/>
                          <a:ea typeface="Arial"/>
                          <a:cs typeface="Arial"/>
                        </a:rPr>
                        <a:t>6 tháng</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c>
                  <a:txBody>
                    <a:bodyPr/>
                    <a:lstStyle/>
                    <a:p>
                      <a:pPr marL="0" indent="0" algn="r">
                        <a:buNone/>
                      </a:pPr>
                      <a:r>
                        <a:rPr sz="1500">
                          <a:solidFill>
                            <a:srgbClr val="1F2430"/>
                          </a:solidFill>
                          <a:latin typeface="Arial"/>
                          <a:ea typeface="Arial"/>
                          <a:cs typeface="Arial"/>
                        </a:rPr>
                        <a:t>89.000đ</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r>
              <a:tr h="533400">
                <a:tc>
                  <a:txBody>
                    <a:bodyPr/>
                    <a:lstStyle/>
                    <a:p>
                      <a:pPr marL="0" indent="0">
                        <a:buNone/>
                      </a:pPr>
                      <a:r>
                        <a:rPr sz="1500">
                          <a:solidFill>
                            <a:srgbClr val="1F2430"/>
                          </a:solidFill>
                          <a:latin typeface="Arial"/>
                          <a:ea typeface="Arial"/>
                          <a:cs typeface="Arial"/>
                        </a:rPr>
                        <a:t>1 năm</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c>
                  <a:txBody>
                    <a:bodyPr/>
                    <a:lstStyle/>
                    <a:p>
                      <a:pPr marL="0" indent="0" algn="r">
                        <a:buNone/>
                      </a:pPr>
                      <a:r>
                        <a:rPr sz="1500">
                          <a:solidFill>
                            <a:srgbClr val="1F2430"/>
                          </a:solidFill>
                          <a:latin typeface="Arial"/>
                          <a:ea typeface="Arial"/>
                          <a:cs typeface="Arial"/>
                        </a:rPr>
                        <a:t>149.000đ</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r>
              <a:tr h="533400">
                <a:tc>
                  <a:txBody>
                    <a:bodyPr/>
                    <a:lstStyle/>
                    <a:p>
                      <a:pPr marL="0" indent="0">
                        <a:buNone/>
                      </a:pPr>
                      <a:r>
                        <a:rPr sz="1500">
                          <a:solidFill>
                            <a:srgbClr val="1F2430"/>
                          </a:solidFill>
                          <a:latin typeface="Arial"/>
                          <a:ea typeface="Arial"/>
                          <a:cs typeface="Arial"/>
                        </a:rPr>
                        <a:t>Trọn đời</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c>
                  <a:txBody>
                    <a:bodyPr/>
                    <a:lstStyle/>
                    <a:p>
                      <a:pPr marL="0" indent="0" algn="r">
                        <a:buNone/>
                      </a:pPr>
                      <a:r>
                        <a:rPr sz="1500">
                          <a:solidFill>
                            <a:srgbClr val="1F2430"/>
                          </a:solidFill>
                          <a:latin typeface="Arial"/>
                          <a:ea typeface="Arial"/>
                          <a:cs typeface="Arial"/>
                        </a:rPr>
                        <a:t>399.000đ</a:t>
                      </a:r>
                      <a:endParaRPr sz="1500">
                        <a:latin typeface="Arial"/>
                        <a:ea typeface="Arial"/>
                        <a:cs typeface="Arial"/>
                      </a:endParaRPr>
                    </a:p>
                  </a:txBody>
                  <a:tcPr marL="109728" marR="109728" marT="109728" marB="109728" anchor="ctr">
                    <a:lnL w="12700" cmpd="sng">
                      <a:solidFill>
                        <a:srgbClr val="EADFCE"/>
                      </a:solidFill>
                      <a:prstDash val="solid"/>
                    </a:lnL>
                    <a:lnR w="12700" cmpd="sng">
                      <a:solidFill>
                        <a:srgbClr val="EADFCE"/>
                      </a:solidFill>
                      <a:prstDash val="solid"/>
                    </a:lnR>
                    <a:lnT w="12700" cmpd="sng">
                      <a:solidFill>
                        <a:srgbClr val="EADFCE"/>
                      </a:solidFill>
                      <a:prstDash val="solid"/>
                    </a:lnT>
                    <a:lnB w="12700" cmpd="sng">
                      <a:solidFill>
                        <a:srgbClr val="EADFCE"/>
                      </a:solidFill>
                      <a:prstDash val="solid"/>
                    </a:lnB>
                    <a:solidFill>
                      <a:srgbClr val="FFFFFF"/>
                    </a:solidFill>
                  </a:tcPr>
                </a:tc>
              </a:tr>
            </a:tbl>
          </a:graphicData>
        </a:graphic>
      </p:graphicFrame>
      <p:sp>
        <p:nvSpPr>
          <p:cNvPr id="9" name="Text 6">
            <a:extLst xmlns:a="http://schemas.openxmlformats.org/drawingml/2006/main">
              <a:ext uri="{FF2B5EF4-FFF2-40B4-BE49-F238E27FC236}">
                <a16:creationId xmlns:a16="http://schemas.microsoft.com/office/drawing/2014/main" id="{8731BA47-545B-4366-A514-C83797179006}"/>
              </a:ext>
            </a:extLst>
          </p:cNvPr>
          <p:cNvSpPr>
            <a:spLocks xmlns:a="http://schemas.openxmlformats.org/drawingml/2006/main" noGrp="1"/>
          </p:cNvSpPr>
          <p:nvPr/>
        </p:nvSpPr>
        <p:spPr>
          <a:xfrm xmlns:a="http://schemas.openxmlformats.org/drawingml/2006/main">
            <a:off x="812800" y="6223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0">
                <a:solidFill>
                  <a:srgbClr val="535B69"/>
                </a:solidFill>
                <a:latin typeface="Arial"/>
                <a:ea typeface="Arial"/>
                <a:cs typeface="Arial"/>
              </a:defRPr>
            </a:defPPr>
            <a:lvl1pPr>
              <a:defRPr sz="1200" b="0">
                <a:solidFill>
                  <a:srgbClr val="535B69"/>
                </a:solidFill>
                <a:latin typeface="Arial"/>
                <a:ea typeface="Arial"/>
                <a:cs typeface="Arial"/>
              </a:defRPr>
            </a:lvl1pPr>
            <a:lvl2pPr>
              <a:defRPr sz="1200" b="0">
                <a:solidFill>
                  <a:srgbClr val="535B69"/>
                </a:solidFill>
                <a:latin typeface="Arial"/>
                <a:ea typeface="Arial"/>
                <a:cs typeface="Arial"/>
              </a:defRPr>
            </a:lvl2pPr>
            <a:lvl3pPr>
              <a:defRPr sz="1200" b="0">
                <a:solidFill>
                  <a:srgbClr val="535B69"/>
                </a:solidFill>
                <a:latin typeface="Arial"/>
                <a:ea typeface="Arial"/>
                <a:cs typeface="Arial"/>
              </a:defRPr>
            </a:lvl3pPr>
            <a:lvl4pPr>
              <a:defRPr sz="1200" b="0">
                <a:solidFill>
                  <a:srgbClr val="535B69"/>
                </a:solidFill>
                <a:latin typeface="Arial"/>
                <a:ea typeface="Arial"/>
                <a:cs typeface="Arial"/>
              </a:defRPr>
            </a:lvl4pPr>
            <a:lvl5pPr>
              <a:defRPr sz="1200" b="0">
                <a:solidFill>
                  <a:srgbClr val="535B69"/>
                </a:solidFill>
                <a:latin typeface="Arial"/>
                <a:ea typeface="Arial"/>
                <a:cs typeface="Arial"/>
              </a:defRPr>
            </a:lvl5pPr>
            <a:lvl6pPr>
              <a:defRPr sz="1200" b="0">
                <a:solidFill>
                  <a:srgbClr val="535B69"/>
                </a:solidFill>
                <a:latin typeface="Arial"/>
                <a:ea typeface="Arial"/>
                <a:cs typeface="Arial"/>
              </a:defRPr>
            </a:lvl6pPr>
            <a:lvl7pPr>
              <a:defRPr sz="1200" b="0">
                <a:solidFill>
                  <a:srgbClr val="535B69"/>
                </a:solidFill>
                <a:latin typeface="Arial"/>
                <a:ea typeface="Arial"/>
                <a:cs typeface="Arial"/>
              </a:defRPr>
            </a:lvl7pPr>
            <a:lvl8pPr>
              <a:defRPr sz="1200" b="0">
                <a:solidFill>
                  <a:srgbClr val="535B69"/>
                </a:solidFill>
                <a:latin typeface="Arial"/>
                <a:ea typeface="Arial"/>
                <a:cs typeface="Arial"/>
              </a:defRPr>
            </a:lvl8pPr>
            <a:lvl9pPr>
              <a:defRPr sz="1200" b="0">
                <a:solidFill>
                  <a:srgbClr val="535B69"/>
                </a:solidFill>
                <a:latin typeface="Arial"/>
                <a:ea typeface="Arial"/>
                <a:cs typeface="Arial"/>
              </a:defRPr>
            </a:lvl9pPr>
          </a:lstStyle>
          <a:p xmlns:a="http://schemas.openxmlformats.org/drawingml/2006/main">
            <a:pPr marL="0" indent="0" algn="l">
              <a:lnSpc>
                <a:spcPct val="115000"/>
              </a:lnSpc>
              <a:buNone/>
              <a:defRPr sz="1200" b="0">
                <a:solidFill>
                  <a:srgbClr val="535B69"/>
                </a:solidFill>
                <a:latin typeface="Arial"/>
                <a:ea typeface="Arial"/>
                <a:cs typeface="Arial"/>
              </a:defRPr>
            </a:pPr>
            <a:r>
              <a:rPr sz="1200" b="0">
                <a:solidFill>
                  <a:srgbClr val="535B69"/>
                </a:solidFill>
                <a:latin typeface="Arial"/>
                <a:ea typeface="Arial"/>
                <a:cs typeface="Arial"/>
              </a:rPr>
              <a:t>Gói đang hiển thị trong bản trình diễn. Video không thực hiện giao dịch thanh toán.</a:t>
            </a:r>
            <a:endParaRPr sz="1200"/>
          </a:p>
        </p:txBody>
      </p:sp>
      <p:sp>
        <p:nvSpPr>
          <p:cNvPr id="19" name="">
            <a:extLst xmlns:a="http://schemas.openxmlformats.org/drawingml/2006/main">
              <a:ext uri="{FF2B5EF4-FFF2-40B4-BE49-F238E27FC236}">
                <a16:creationId xmlns:a16="http://schemas.microsoft.com/office/drawing/2014/main" id="{41B95339-93E8-4830-A979-873FF2A57442}"/>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14</a:t>
            </a:r>
          </a:p>
        </p:txBody>
      </p:sp>
    </p:spTree>
    <p:extLst>
      <p:ext uri="{BB962C8B-B14F-4D97-AF65-F5344CB8AC3E}">
        <p14:creationId xmlns:p14="http://schemas.microsoft.com/office/powerpoint/2010/main" val="656784301"/>
      </p:ext>
    </p:extLst>
  </p:cSld>
</p:sld>
</file>

<file path=ppt/slides/slide15.xml><?xml version="1.0" encoding="utf-8"?>
<p:sld xmlns:p="http://schemas.openxmlformats.org/presentationml/2006/main">
  <p:cSld>
    <p:bg>
      <p:bgPr>
        <a:solidFill xmlns:a="http://schemas.openxmlformats.org/drawingml/2006/main">
          <a:srgbClr val="F3EAD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87186F-4579-441E-9485-697E2E90501F}"/>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200" b="1" spc="300">
                <a:solidFill>
                  <a:srgbClr val="BD2B1F"/>
                </a:solidFill>
                <a:latin typeface="Arial"/>
                <a:ea typeface="Arial"/>
                <a:cs typeface="Arial"/>
              </a:rPr>
              <a:t>HIỆN TRẠNG</a:t>
            </a:r>
            <a:endParaRPr sz="1200"/>
          </a:p>
        </p:txBody>
      </p:sp>
      <p:sp>
        <p:nvSpPr>
          <p:cNvPr id="3" name="Text 1">
            <a:extLst xmlns:a="http://schemas.openxmlformats.org/drawingml/2006/main">
              <a:ext uri="{FF2B5EF4-FFF2-40B4-BE49-F238E27FC236}">
                <a16:creationId xmlns:a16="http://schemas.microsoft.com/office/drawing/2014/main" id="{C9A734D9-E57A-4633-ABCE-5377CEE7BCAF}"/>
              </a:ext>
            </a:extLst>
          </p:cNvPr>
          <p:cNvSpPr>
            <a:spLocks xmlns:a="http://schemas.openxmlformats.org/drawingml/2006/main" noGrp="1"/>
          </p:cNvSpPr>
          <p:nvPr/>
        </p:nvSpPr>
        <p:spPr>
          <a:xfrm xmlns:a="http://schemas.openxmlformats.org/drawingml/2006/main">
            <a:off x="812800" y="1117600"/>
            <a:ext cx="105664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150" b="1">
                <a:solidFill>
                  <a:srgbClr val="202431"/>
                </a:solidFill>
                <a:latin typeface="Arial"/>
                <a:ea typeface="Arial"/>
                <a:cs typeface="Arial"/>
              </a:defRPr>
            </a:defPPr>
            <a:lvl1pPr>
              <a:defRPr sz="3150" b="1">
                <a:solidFill>
                  <a:srgbClr val="202431"/>
                </a:solidFill>
                <a:latin typeface="Arial"/>
                <a:ea typeface="Arial"/>
                <a:cs typeface="Arial"/>
              </a:defRPr>
            </a:lvl1pPr>
            <a:lvl2pPr>
              <a:defRPr sz="3150" b="1">
                <a:solidFill>
                  <a:srgbClr val="202431"/>
                </a:solidFill>
                <a:latin typeface="Arial"/>
                <a:ea typeface="Arial"/>
                <a:cs typeface="Arial"/>
              </a:defRPr>
            </a:lvl2pPr>
            <a:lvl3pPr>
              <a:defRPr sz="3150" b="1">
                <a:solidFill>
                  <a:srgbClr val="202431"/>
                </a:solidFill>
                <a:latin typeface="Arial"/>
                <a:ea typeface="Arial"/>
                <a:cs typeface="Arial"/>
              </a:defRPr>
            </a:lvl3pPr>
            <a:lvl4pPr>
              <a:defRPr sz="3150" b="1">
                <a:solidFill>
                  <a:srgbClr val="202431"/>
                </a:solidFill>
                <a:latin typeface="Arial"/>
                <a:ea typeface="Arial"/>
                <a:cs typeface="Arial"/>
              </a:defRPr>
            </a:lvl4pPr>
            <a:lvl5pPr>
              <a:defRPr sz="3150" b="1">
                <a:solidFill>
                  <a:srgbClr val="202431"/>
                </a:solidFill>
                <a:latin typeface="Arial"/>
                <a:ea typeface="Arial"/>
                <a:cs typeface="Arial"/>
              </a:defRPr>
            </a:lvl5pPr>
            <a:lvl6pPr>
              <a:defRPr sz="3150" b="1">
                <a:solidFill>
                  <a:srgbClr val="202431"/>
                </a:solidFill>
                <a:latin typeface="Arial"/>
                <a:ea typeface="Arial"/>
                <a:cs typeface="Arial"/>
              </a:defRPr>
            </a:lvl6pPr>
            <a:lvl7pPr>
              <a:defRPr sz="3150" b="1">
                <a:solidFill>
                  <a:srgbClr val="202431"/>
                </a:solidFill>
                <a:latin typeface="Arial"/>
                <a:ea typeface="Arial"/>
                <a:cs typeface="Arial"/>
              </a:defRPr>
            </a:lvl7pPr>
            <a:lvl8pPr>
              <a:defRPr sz="3150" b="1">
                <a:solidFill>
                  <a:srgbClr val="202431"/>
                </a:solidFill>
                <a:latin typeface="Arial"/>
                <a:ea typeface="Arial"/>
                <a:cs typeface="Arial"/>
              </a:defRPr>
            </a:lvl8pPr>
            <a:lvl9pPr>
              <a:defRPr sz="3150" b="1">
                <a:solidFill>
                  <a:srgbClr val="202431"/>
                </a:solidFill>
                <a:latin typeface="Arial"/>
                <a:ea typeface="Arial"/>
                <a:cs typeface="Arial"/>
              </a:defRPr>
            </a:lvl9pPr>
          </a:lstStyle>
          <a:p xmlns:a="http://schemas.openxmlformats.org/drawingml/2006/main">
            <a:pPr marL="0" indent="0" algn="l">
              <a:lnSpc>
                <a:spcPct val="105000"/>
              </a:lnSpc>
              <a:buNone/>
              <a:defRPr sz="3150" b="1">
                <a:solidFill>
                  <a:srgbClr val="202431"/>
                </a:solidFill>
                <a:latin typeface="Arial"/>
                <a:ea typeface="Arial"/>
                <a:cs typeface="Arial"/>
              </a:defRPr>
            </a:pPr>
            <a:r>
              <a:rPr sz="3150" b="1">
                <a:solidFill>
                  <a:srgbClr val="202431"/>
                </a:solidFill>
                <a:latin typeface="Arial"/>
                <a:ea typeface="Arial"/>
                <a:cs typeface="Arial"/>
              </a:rPr>
              <a:t>Hiện trạng và bước tiếp theo</a:t>
            </a:r>
            <a:endParaRPr sz="3600"/>
          </a:p>
        </p:txBody>
      </p:sp>
      <p:sp>
        <p:nvSpPr>
          <p:cNvPr id="4" name="Shape 2">
            <a:extLst xmlns:a="http://schemas.openxmlformats.org/drawingml/2006/main">
              <a:ext uri="{FF2B5EF4-FFF2-40B4-BE49-F238E27FC236}">
                <a16:creationId xmlns:a16="http://schemas.microsoft.com/office/drawing/2014/main" id="{CD0BA9CC-32BA-4244-85D2-966FF2C240F1}"/>
              </a:ext>
            </a:extLst>
          </p:cNvPr>
          <p:cNvSpPr>
            <a:spLocks xmlns:a="http://schemas.openxmlformats.org/drawingml/2006/main" noGrp="1"/>
          </p:cNvSpPr>
          <p:nvPr/>
        </p:nvSpPr>
        <p:spPr>
          <a:xfrm xmlns:a="http://schemas.openxmlformats.org/drawingml/2006/main">
            <a:off x="812800" y="2095500"/>
            <a:ext cx="5181600" cy="3810000"/>
          </a:xfrm>
          <a:prstGeom xmlns:a="http://schemas.openxmlformats.org/drawingml/2006/main" prst="roundRect">
            <a:avLst>
              <a:gd name="adj" fmla="val 4080"/>
            </a:avLst>
          </a:prstGeom>
          <a:solidFill xmlns:a="http://schemas.openxmlformats.org/drawingml/2006/main">
            <a:srgbClr val="FBF6EF"/>
          </a:solidFill>
        </p:spPr>
      </p:sp>
      <p:sp>
        <p:nvSpPr>
          <p:cNvPr id="5" name="Text 3">
            <a:extLst xmlns:a="http://schemas.openxmlformats.org/drawingml/2006/main">
              <a:ext uri="{FF2B5EF4-FFF2-40B4-BE49-F238E27FC236}">
                <a16:creationId xmlns:a16="http://schemas.microsoft.com/office/drawing/2014/main" id="{8B93EFFE-8E69-43B4-92FE-D43D2BA564F2}"/>
              </a:ext>
            </a:extLst>
          </p:cNvPr>
          <p:cNvSpPr>
            <a:spLocks xmlns:a="http://schemas.openxmlformats.org/drawingml/2006/main" noGrp="1"/>
          </p:cNvSpPr>
          <p:nvPr/>
        </p:nvSpPr>
        <p:spPr>
          <a:xfrm xmlns:a="http://schemas.openxmlformats.org/drawingml/2006/main">
            <a:off x="1092200" y="2349500"/>
            <a:ext cx="45720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F2430"/>
                </a:solidFill>
                <a:latin typeface="Arial"/>
                <a:ea typeface="Arial"/>
                <a:cs typeface="Arial"/>
              </a:rPr>
              <a:t>Hiện trạng</a:t>
            </a:r>
            <a:endParaRPr sz="2000"/>
          </a:p>
        </p:txBody>
      </p:sp>
      <p:sp>
        <p:nvSpPr>
          <p:cNvPr id="6" name="Text 4">
            <a:extLst xmlns:a="http://schemas.openxmlformats.org/drawingml/2006/main">
              <a:ext uri="{FF2B5EF4-FFF2-40B4-BE49-F238E27FC236}">
                <a16:creationId xmlns:a16="http://schemas.microsoft.com/office/drawing/2014/main" id="{A3165D1F-6B04-4412-A6F1-93BB892D94C9}"/>
              </a:ext>
            </a:extLst>
          </p:cNvPr>
          <p:cNvSpPr>
            <a:spLocks xmlns:a="http://schemas.openxmlformats.org/drawingml/2006/main" noGrp="1"/>
          </p:cNvSpPr>
          <p:nvPr/>
        </p:nvSpPr>
        <p:spPr>
          <a:xfrm xmlns:a="http://schemas.openxmlformats.org/drawingml/2006/main">
            <a:off x="1092200" y="2857500"/>
            <a:ext cx="4635500" cy="285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725" b="0">
                <a:solidFill>
                  <a:srgbClr val="202431"/>
                </a:solidFill>
                <a:latin typeface="Arial"/>
                <a:ea typeface="Arial"/>
                <a:cs typeface="Arial"/>
              </a:defRPr>
            </a:defPPr>
            <a:lvl1pPr>
              <a:defRPr sz="1725" b="0">
                <a:solidFill>
                  <a:srgbClr val="202431"/>
                </a:solidFill>
                <a:latin typeface="Arial"/>
                <a:ea typeface="Arial"/>
                <a:cs typeface="Arial"/>
              </a:defRPr>
            </a:lvl1pPr>
            <a:lvl2pPr>
              <a:defRPr sz="1725" b="0">
                <a:solidFill>
                  <a:srgbClr val="202431"/>
                </a:solidFill>
                <a:latin typeface="Arial"/>
                <a:ea typeface="Arial"/>
                <a:cs typeface="Arial"/>
              </a:defRPr>
            </a:lvl2pPr>
            <a:lvl3pPr>
              <a:defRPr sz="1725" b="0">
                <a:solidFill>
                  <a:srgbClr val="202431"/>
                </a:solidFill>
                <a:latin typeface="Arial"/>
                <a:ea typeface="Arial"/>
                <a:cs typeface="Arial"/>
              </a:defRPr>
            </a:lvl3pPr>
            <a:lvl4pPr>
              <a:defRPr sz="1725" b="0">
                <a:solidFill>
                  <a:srgbClr val="202431"/>
                </a:solidFill>
                <a:latin typeface="Arial"/>
                <a:ea typeface="Arial"/>
                <a:cs typeface="Arial"/>
              </a:defRPr>
            </a:lvl4pPr>
            <a:lvl5pPr>
              <a:defRPr sz="1725" b="0">
                <a:solidFill>
                  <a:srgbClr val="202431"/>
                </a:solidFill>
                <a:latin typeface="Arial"/>
                <a:ea typeface="Arial"/>
                <a:cs typeface="Arial"/>
              </a:defRPr>
            </a:lvl5pPr>
            <a:lvl6pPr>
              <a:defRPr sz="1725" b="0">
                <a:solidFill>
                  <a:srgbClr val="202431"/>
                </a:solidFill>
                <a:latin typeface="Arial"/>
                <a:ea typeface="Arial"/>
                <a:cs typeface="Arial"/>
              </a:defRPr>
            </a:lvl6pPr>
            <a:lvl7pPr>
              <a:defRPr sz="1725" b="0">
                <a:solidFill>
                  <a:srgbClr val="202431"/>
                </a:solidFill>
                <a:latin typeface="Arial"/>
                <a:ea typeface="Arial"/>
                <a:cs typeface="Arial"/>
              </a:defRPr>
            </a:lvl7pPr>
            <a:lvl8pPr>
              <a:defRPr sz="1725" b="0">
                <a:solidFill>
                  <a:srgbClr val="202431"/>
                </a:solidFill>
                <a:latin typeface="Arial"/>
                <a:ea typeface="Arial"/>
                <a:cs typeface="Arial"/>
              </a:defRPr>
            </a:lvl8pPr>
            <a:lvl9pPr>
              <a:defRPr sz="1725" b="0">
                <a:solidFill>
                  <a:srgbClr val="202431"/>
                </a:solidFill>
                <a:latin typeface="Arial"/>
                <a:ea typeface="Arial"/>
                <a:cs typeface="Arial"/>
              </a:defRPr>
            </a:lvl9pPr>
          </a:lstStyle>
          <a:p xmlns:a="http://schemas.openxmlformats.org/drawingml/2006/main">
            <a:pPr marL="342900" indent="-342900">
              <a:lnSpc>
                <a:spcPct val="130000"/>
              </a:lnSpc>
              <a:spcAft>
                <a:spcPts val="1000"/>
              </a:spcAft>
              <a:buSzPct val="100000"/>
              <a:buChar char="•"/>
              <a:defRPr sz="1725" b="0">
                <a:solidFill>
                  <a:srgbClr val="202431"/>
                </a:solidFill>
                <a:latin typeface="Arial"/>
                <a:ea typeface="Arial"/>
                <a:cs typeface="Arial"/>
              </a:defRPr>
            </a:pPr>
            <a:r>
              <a:rPr sz="1725" b="0">
                <a:solidFill>
                  <a:srgbClr val="202431"/>
                </a:solidFill>
                <a:latin typeface="Arial"/>
                <a:ea typeface="Arial"/>
                <a:cs typeface="Arial"/>
              </a:rPr>
              <a:t>Web và API đang chạy production</a:t>
            </a:r>
            <a:endParaRPr sz="1500"/>
          </a:p>
          <a:p xmlns:a="http://schemas.openxmlformats.org/drawingml/2006/main">
            <a:pPr marL="342900" indent="-342900">
              <a:lnSpc>
                <a:spcPct val="130000"/>
              </a:lnSpc>
              <a:spcAft>
                <a:spcPts val="1000"/>
              </a:spcAft>
              <a:buSzPct val="100000"/>
              <a:buChar char="•"/>
              <a:defRPr sz="1725" b="0">
                <a:solidFill>
                  <a:srgbClr val="202431"/>
                </a:solidFill>
                <a:latin typeface="Arial"/>
                <a:ea typeface="Arial"/>
                <a:cs typeface="Arial"/>
              </a:defRPr>
            </a:pPr>
            <a:r>
              <a:rPr sz="1725" b="0">
                <a:solidFill>
                  <a:srgbClr val="202431"/>
                </a:solidFill>
                <a:latin typeface="Arial"/>
                <a:ea typeface="Arial"/>
                <a:cs typeface="Arial"/>
              </a:rPr>
              <a:t>Android đã có APK arm64 và cấu hình Google OAuth</a:t>
            </a:r>
            <a:endParaRPr sz="1500"/>
          </a:p>
          <a:p xmlns:a="http://schemas.openxmlformats.org/drawingml/2006/main">
            <a:pPr marL="342900" indent="-342900">
              <a:lnSpc>
                <a:spcPct val="130000"/>
              </a:lnSpc>
              <a:spcAft>
                <a:spcPts val="1000"/>
              </a:spcAft>
              <a:buSzPct val="100000"/>
              <a:buChar char="•"/>
              <a:defRPr sz="1725" b="0">
                <a:solidFill>
                  <a:srgbClr val="202431"/>
                </a:solidFill>
                <a:latin typeface="Arial"/>
                <a:ea typeface="Arial"/>
                <a:cs typeface="Arial"/>
              </a:defRPr>
            </a:pPr>
            <a:r>
              <a:rPr sz="1725" b="0">
                <a:solidFill>
                  <a:srgbClr val="202431"/>
                </a:solidFill>
                <a:latin typeface="Arial"/>
                <a:ea typeface="Arial"/>
                <a:cs typeface="Arial"/>
              </a:rPr>
              <a:t>Luồng học, ôn tập và thi thử đã có trong sản phẩm</a:t>
            </a:r>
            <a:endParaRPr sz="1500"/>
          </a:p>
          <a:p xmlns:a="http://schemas.openxmlformats.org/drawingml/2006/main">
            <a:pPr marL="342900" indent="-342900">
              <a:lnSpc>
                <a:spcPct val="130000"/>
              </a:lnSpc>
              <a:spcAft>
                <a:spcPts val="1000"/>
              </a:spcAft>
              <a:buSzPct val="100000"/>
              <a:buChar char="•"/>
              <a:defRPr sz="1725" b="0">
                <a:solidFill>
                  <a:srgbClr val="202431"/>
                </a:solidFill>
                <a:latin typeface="Arial"/>
                <a:ea typeface="Arial"/>
                <a:cs typeface="Arial"/>
              </a:defRPr>
            </a:pPr>
            <a:r>
              <a:rPr sz="1725" b="0">
                <a:solidFill>
                  <a:srgbClr val="202431"/>
                </a:solidFill>
                <a:latin typeface="Arial"/>
                <a:ea typeface="Arial"/>
                <a:cs typeface="Arial"/>
              </a:rPr>
              <a:t>Google login thật trên thiết bị còn cần xác nhận</a:t>
            </a:r>
            <a:endParaRPr sz="1500"/>
          </a:p>
        </p:txBody>
      </p:sp>
      <p:sp>
        <p:nvSpPr>
          <p:cNvPr id="7" name="Shape 5">
            <a:extLst xmlns:a="http://schemas.openxmlformats.org/drawingml/2006/main">
              <a:ext uri="{FF2B5EF4-FFF2-40B4-BE49-F238E27FC236}">
                <a16:creationId xmlns:a16="http://schemas.microsoft.com/office/drawing/2014/main" id="{FCEF5159-35A1-4055-B4FF-8C4280D800E5}"/>
              </a:ext>
            </a:extLst>
          </p:cNvPr>
          <p:cNvSpPr>
            <a:spLocks xmlns:a="http://schemas.openxmlformats.org/drawingml/2006/main" noGrp="1"/>
          </p:cNvSpPr>
          <p:nvPr/>
        </p:nvSpPr>
        <p:spPr>
          <a:xfrm xmlns:a="http://schemas.openxmlformats.org/drawingml/2006/main">
            <a:off x="6197600" y="2095500"/>
            <a:ext cx="5181600" cy="3810000"/>
          </a:xfrm>
          <a:prstGeom xmlns:a="http://schemas.openxmlformats.org/drawingml/2006/main" prst="roundRect">
            <a:avLst>
              <a:gd name="adj" fmla="val 4080"/>
            </a:avLst>
          </a:prstGeom>
          <a:solidFill xmlns:a="http://schemas.openxmlformats.org/drawingml/2006/main">
            <a:srgbClr val="1F2430"/>
          </a:solidFill>
        </p:spPr>
      </p:sp>
      <p:sp>
        <p:nvSpPr>
          <p:cNvPr id="8" name="Text 6">
            <a:extLst xmlns:a="http://schemas.openxmlformats.org/drawingml/2006/main">
              <a:ext uri="{FF2B5EF4-FFF2-40B4-BE49-F238E27FC236}">
                <a16:creationId xmlns:a16="http://schemas.microsoft.com/office/drawing/2014/main" id="{37EC03B6-D9E5-4FCE-8AEB-0B15D24D91A5}"/>
              </a:ext>
            </a:extLst>
          </p:cNvPr>
          <p:cNvSpPr>
            <a:spLocks xmlns:a="http://schemas.openxmlformats.org/drawingml/2006/main" noGrp="1"/>
          </p:cNvSpPr>
          <p:nvPr/>
        </p:nvSpPr>
        <p:spPr>
          <a:xfrm xmlns:a="http://schemas.openxmlformats.org/drawingml/2006/main">
            <a:off x="6477000" y="2349500"/>
            <a:ext cx="45720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FBF6EF"/>
                </a:solidFill>
                <a:latin typeface="Arial"/>
                <a:ea typeface="Arial"/>
                <a:cs typeface="Arial"/>
              </a:rPr>
              <a:t>Bước tiếp theo</a:t>
            </a:r>
            <a:endParaRPr sz="2000"/>
          </a:p>
        </p:txBody>
      </p:sp>
      <p:sp>
        <p:nvSpPr>
          <p:cNvPr id="9" name="Text 7">
            <a:extLst xmlns:a="http://schemas.openxmlformats.org/drawingml/2006/main">
              <a:ext uri="{FF2B5EF4-FFF2-40B4-BE49-F238E27FC236}">
                <a16:creationId xmlns:a16="http://schemas.microsoft.com/office/drawing/2014/main" id="{205A832D-7587-4CFF-8DF0-AB6485746B5F}"/>
              </a:ext>
            </a:extLst>
          </p:cNvPr>
          <p:cNvSpPr>
            <a:spLocks xmlns:a="http://schemas.openxmlformats.org/drawingml/2006/main" noGrp="1"/>
          </p:cNvSpPr>
          <p:nvPr/>
        </p:nvSpPr>
        <p:spPr>
          <a:xfrm xmlns:a="http://schemas.openxmlformats.org/drawingml/2006/main">
            <a:off x="6477000" y="2857500"/>
            <a:ext cx="4635500" cy="285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725" b="0">
                <a:solidFill>
                  <a:srgbClr val="FAF5EE"/>
                </a:solidFill>
                <a:latin typeface="Arial"/>
                <a:ea typeface="Arial"/>
                <a:cs typeface="Arial"/>
              </a:defRPr>
            </a:defPPr>
            <a:lvl1pPr>
              <a:defRPr sz="1725" b="0">
                <a:solidFill>
                  <a:srgbClr val="FAF5EE"/>
                </a:solidFill>
                <a:latin typeface="Arial"/>
                <a:ea typeface="Arial"/>
                <a:cs typeface="Arial"/>
              </a:defRPr>
            </a:lvl1pPr>
            <a:lvl2pPr>
              <a:defRPr sz="1725" b="0">
                <a:solidFill>
                  <a:srgbClr val="FAF5EE"/>
                </a:solidFill>
                <a:latin typeface="Arial"/>
                <a:ea typeface="Arial"/>
                <a:cs typeface="Arial"/>
              </a:defRPr>
            </a:lvl2pPr>
            <a:lvl3pPr>
              <a:defRPr sz="1725" b="0">
                <a:solidFill>
                  <a:srgbClr val="FAF5EE"/>
                </a:solidFill>
                <a:latin typeface="Arial"/>
                <a:ea typeface="Arial"/>
                <a:cs typeface="Arial"/>
              </a:defRPr>
            </a:lvl3pPr>
            <a:lvl4pPr>
              <a:defRPr sz="1725" b="0">
                <a:solidFill>
                  <a:srgbClr val="FAF5EE"/>
                </a:solidFill>
                <a:latin typeface="Arial"/>
                <a:ea typeface="Arial"/>
                <a:cs typeface="Arial"/>
              </a:defRPr>
            </a:lvl4pPr>
            <a:lvl5pPr>
              <a:defRPr sz="1725" b="0">
                <a:solidFill>
                  <a:srgbClr val="FAF5EE"/>
                </a:solidFill>
                <a:latin typeface="Arial"/>
                <a:ea typeface="Arial"/>
                <a:cs typeface="Arial"/>
              </a:defRPr>
            </a:lvl5pPr>
            <a:lvl6pPr>
              <a:defRPr sz="1725" b="0">
                <a:solidFill>
                  <a:srgbClr val="FAF5EE"/>
                </a:solidFill>
                <a:latin typeface="Arial"/>
                <a:ea typeface="Arial"/>
                <a:cs typeface="Arial"/>
              </a:defRPr>
            </a:lvl6pPr>
            <a:lvl7pPr>
              <a:defRPr sz="1725" b="0">
                <a:solidFill>
                  <a:srgbClr val="FAF5EE"/>
                </a:solidFill>
                <a:latin typeface="Arial"/>
                <a:ea typeface="Arial"/>
                <a:cs typeface="Arial"/>
              </a:defRPr>
            </a:lvl7pPr>
            <a:lvl8pPr>
              <a:defRPr sz="1725" b="0">
                <a:solidFill>
                  <a:srgbClr val="FAF5EE"/>
                </a:solidFill>
                <a:latin typeface="Arial"/>
                <a:ea typeface="Arial"/>
                <a:cs typeface="Arial"/>
              </a:defRPr>
            </a:lvl8pPr>
            <a:lvl9pPr>
              <a:defRPr sz="1725" b="0">
                <a:solidFill>
                  <a:srgbClr val="FAF5EE"/>
                </a:solidFill>
                <a:latin typeface="Arial"/>
                <a:ea typeface="Arial"/>
                <a:cs typeface="Arial"/>
              </a:defRPr>
            </a:lvl9pPr>
          </a:lstStyle>
          <a:p xmlns:a="http://schemas.openxmlformats.org/drawingml/2006/main">
            <a:pPr marL="342900" indent="-342900">
              <a:lnSpc>
                <a:spcPct val="130000"/>
              </a:lnSpc>
              <a:spcAft>
                <a:spcPts val="1000"/>
              </a:spcAft>
              <a:buSzPct val="100000"/>
              <a:buChar char="•"/>
              <a:defRPr sz="1725" b="0">
                <a:solidFill>
                  <a:srgbClr val="FAF5EE"/>
                </a:solidFill>
                <a:latin typeface="Arial"/>
                <a:ea typeface="Arial"/>
                <a:cs typeface="Arial"/>
              </a:defRPr>
            </a:pPr>
            <a:r>
              <a:rPr sz="1725" b="0">
                <a:solidFill>
                  <a:srgbClr val="FAF5EE"/>
                </a:solidFill>
                <a:latin typeface="Arial"/>
                <a:ea typeface="Arial"/>
                <a:cs typeface="Arial"/>
              </a:rPr>
              <a:t>Kiểm thử Android trên máy thật và các khóa ký</a:t>
            </a:r>
            <a:endParaRPr sz="1500"/>
          </a:p>
          <a:p xmlns:a="http://schemas.openxmlformats.org/drawingml/2006/main">
            <a:pPr marL="342900" indent="-342900">
              <a:lnSpc>
                <a:spcPct val="130000"/>
              </a:lnSpc>
              <a:spcAft>
                <a:spcPts val="1000"/>
              </a:spcAft>
              <a:buSzPct val="100000"/>
              <a:buChar char="•"/>
              <a:defRPr sz="1725" b="0">
                <a:solidFill>
                  <a:srgbClr val="FAF5EE"/>
                </a:solidFill>
                <a:latin typeface="Arial"/>
                <a:ea typeface="Arial"/>
                <a:cs typeface="Arial"/>
              </a:defRPr>
            </a:pPr>
            <a:r>
              <a:rPr sz="1725" b="0">
                <a:solidFill>
                  <a:srgbClr val="FAF5EE"/>
                </a:solidFill>
                <a:latin typeface="Arial"/>
                <a:ea typeface="Arial"/>
                <a:cs typeface="Arial"/>
              </a:rPr>
              <a:t>Hoàn thiện phát hành Google Play</a:t>
            </a:r>
            <a:endParaRPr sz="1500"/>
          </a:p>
          <a:p xmlns:a="http://schemas.openxmlformats.org/drawingml/2006/main">
            <a:pPr marL="342900" indent="-342900">
              <a:lnSpc>
                <a:spcPct val="130000"/>
              </a:lnSpc>
              <a:spcAft>
                <a:spcPts val="1000"/>
              </a:spcAft>
              <a:buSzPct val="100000"/>
              <a:buChar char="•"/>
              <a:defRPr sz="1725" b="0">
                <a:solidFill>
                  <a:srgbClr val="FAF5EE"/>
                </a:solidFill>
                <a:latin typeface="Arial"/>
                <a:ea typeface="Arial"/>
                <a:cs typeface="Arial"/>
              </a:defRPr>
            </a:pPr>
            <a:r>
              <a:rPr sz="1725" b="0">
                <a:solidFill>
                  <a:srgbClr val="FAF5EE"/>
                </a:solidFill>
                <a:latin typeface="Arial"/>
                <a:ea typeface="Arial"/>
                <a:cs typeface="Arial"/>
              </a:rPr>
              <a:t>Mở rộng nội dung theo nhu cầu người học</a:t>
            </a:r>
            <a:endParaRPr sz="1500"/>
          </a:p>
          <a:p xmlns:a="http://schemas.openxmlformats.org/drawingml/2006/main">
            <a:pPr marL="342900" indent="-342900">
              <a:lnSpc>
                <a:spcPct val="130000"/>
              </a:lnSpc>
              <a:spcAft>
                <a:spcPts val="1000"/>
              </a:spcAft>
              <a:buSzPct val="100000"/>
              <a:buChar char="•"/>
              <a:defRPr sz="1725" b="0">
                <a:solidFill>
                  <a:srgbClr val="FAF5EE"/>
                </a:solidFill>
                <a:latin typeface="Arial"/>
                <a:ea typeface="Arial"/>
                <a:cs typeface="Arial"/>
              </a:defRPr>
            </a:pPr>
            <a:r>
              <a:rPr sz="1725" b="0">
                <a:solidFill>
                  <a:srgbClr val="FAF5EE"/>
                </a:solidFill>
                <a:latin typeface="Arial"/>
                <a:ea typeface="Arial"/>
                <a:cs typeface="Arial"/>
              </a:rPr>
              <a:t>Thử với lớp học nhỏ và thu nhận phản hồi</a:t>
            </a:r>
            <a:endParaRPr sz="1500"/>
          </a:p>
        </p:txBody>
      </p:sp>
      <p:sp>
        <p:nvSpPr>
          <p:cNvPr id="10" name="">
            <a:extLst xmlns:a="http://schemas.openxmlformats.org/drawingml/2006/main">
              <a:ext uri="{FF2B5EF4-FFF2-40B4-BE49-F238E27FC236}">
                <a16:creationId xmlns:a16="http://schemas.microsoft.com/office/drawing/2014/main" id="{33CF7A2C-2F99-4BDB-8676-14305BE8E9A2}"/>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70747C"/>
                </a:solidFill>
                <a:latin typeface="Arial"/>
                <a:ea typeface="Arial"/>
                <a:cs typeface="Arial"/>
              </a:defRPr>
            </a:defPPr>
            <a:lvl1pPr>
              <a:defRPr sz="1125" b="0">
                <a:solidFill>
                  <a:srgbClr val="70747C"/>
                </a:solidFill>
                <a:latin typeface="Arial"/>
                <a:ea typeface="Arial"/>
                <a:cs typeface="Arial"/>
              </a:defRPr>
            </a:lvl1pPr>
            <a:lvl2pPr>
              <a:defRPr sz="1125" b="0">
                <a:solidFill>
                  <a:srgbClr val="70747C"/>
                </a:solidFill>
                <a:latin typeface="Arial"/>
                <a:ea typeface="Arial"/>
                <a:cs typeface="Arial"/>
              </a:defRPr>
            </a:lvl2pPr>
            <a:lvl3pPr>
              <a:defRPr sz="1125" b="0">
                <a:solidFill>
                  <a:srgbClr val="70747C"/>
                </a:solidFill>
                <a:latin typeface="Arial"/>
                <a:ea typeface="Arial"/>
                <a:cs typeface="Arial"/>
              </a:defRPr>
            </a:lvl3pPr>
            <a:lvl4pPr>
              <a:defRPr sz="1125" b="0">
                <a:solidFill>
                  <a:srgbClr val="70747C"/>
                </a:solidFill>
                <a:latin typeface="Arial"/>
                <a:ea typeface="Arial"/>
                <a:cs typeface="Arial"/>
              </a:defRPr>
            </a:lvl4pPr>
            <a:lvl5pPr>
              <a:defRPr sz="1125" b="0">
                <a:solidFill>
                  <a:srgbClr val="70747C"/>
                </a:solidFill>
                <a:latin typeface="Arial"/>
                <a:ea typeface="Arial"/>
                <a:cs typeface="Arial"/>
              </a:defRPr>
            </a:lvl5pPr>
            <a:lvl6pPr>
              <a:defRPr sz="1125" b="0">
                <a:solidFill>
                  <a:srgbClr val="70747C"/>
                </a:solidFill>
                <a:latin typeface="Arial"/>
                <a:ea typeface="Arial"/>
                <a:cs typeface="Arial"/>
              </a:defRPr>
            </a:lvl6pPr>
            <a:lvl7pPr>
              <a:defRPr sz="1125" b="0">
                <a:solidFill>
                  <a:srgbClr val="70747C"/>
                </a:solidFill>
                <a:latin typeface="Arial"/>
                <a:ea typeface="Arial"/>
                <a:cs typeface="Arial"/>
              </a:defRPr>
            </a:lvl7pPr>
            <a:lvl8pPr>
              <a:defRPr sz="1125" b="0">
                <a:solidFill>
                  <a:srgbClr val="70747C"/>
                </a:solidFill>
                <a:latin typeface="Arial"/>
                <a:ea typeface="Arial"/>
                <a:cs typeface="Arial"/>
              </a:defRPr>
            </a:lvl8pPr>
            <a:lvl9pPr>
              <a:defRPr sz="1125" b="0">
                <a:solidFill>
                  <a:srgbClr val="70747C"/>
                </a:solidFill>
                <a:latin typeface="Arial"/>
                <a:ea typeface="Arial"/>
                <a:cs typeface="Arial"/>
              </a:defRPr>
            </a:lvl9pPr>
          </a:lstStyle>
          <a:p xmlns:a="http://schemas.openxmlformats.org/drawingml/2006/main">
            <a:pPr>
              <a:defRPr sz="1125" b="0">
                <a:solidFill>
                  <a:srgbClr val="70747C"/>
                </a:solidFill>
                <a:latin typeface="Arial"/>
                <a:ea typeface="Arial"/>
                <a:cs typeface="Arial"/>
              </a:defRPr>
            </a:pPr>
            <a:r>
              <a:rPr sz="1125" b="0">
                <a:solidFill>
                  <a:srgbClr val="70747C"/>
                </a:solidFill>
                <a:latin typeface="Arial"/>
                <a:ea typeface="Arial"/>
                <a:cs typeface="Arial"/>
              </a:rPr>
              <a:t>15</a:t>
            </a:r>
          </a:p>
        </p:txBody>
      </p:sp>
    </p:spTree>
    <p:extLst>
      <p:ext uri="{BB962C8B-B14F-4D97-AF65-F5344CB8AC3E}">
        <p14:creationId xmlns:p14="http://schemas.microsoft.com/office/powerpoint/2010/main" val="1779018709"/>
      </p:ext>
    </p:extLst>
  </p:cSld>
</p:sld>
</file>

<file path=ppt/slides/slide16.xml><?xml version="1.0" encoding="utf-8"?>
<p:sld xmlns:p="http://schemas.openxmlformats.org/presentationml/2006/main">
  <p:cSld>
    <p:bg>
      <p:bgPr>
        <a:solidFill xmlns:a="http://schemas.openxmlformats.org/drawingml/2006/main">
          <a:srgbClr val="BD2B1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687CC0-7B40-4E29-A60D-4BAEBAB97FB2}"/>
              </a:ext>
            </a:extLst>
          </p:cNvPr>
          <p:cNvSpPr>
            <a:spLocks xmlns:a="http://schemas.openxmlformats.org/drawingml/2006/main" noGrp="1"/>
          </p:cNvSpPr>
          <p:nvPr/>
        </p:nvSpPr>
        <p:spPr>
          <a:xfrm xmlns:a="http://schemas.openxmlformats.org/drawingml/2006/main">
            <a:off x="609600" y="4826000"/>
            <a:ext cx="5715000" cy="190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0">
                <a:solidFill>
                  <a:srgbClr val="C9382A"/>
                </a:solidFill>
                <a:latin typeface="Microsoft YaHei"/>
                <a:ea typeface="Microsoft YaHei"/>
                <a:cs typeface="Microsoft YaHei"/>
              </a:rPr>
              <a:t>谢谢</a:t>
            </a:r>
            <a:endParaRPr sz="13000"/>
          </a:p>
        </p:txBody>
      </p:sp>
      <p:pic>
        <p:nvPicPr>
          <p:cNvPr id="3" name="Image 0">
            <a:extLst xmlns:a="http://schemas.openxmlformats.org/drawingml/2006/main">
              <a:ext uri="{FF2B5EF4-FFF2-40B4-BE49-F238E27FC236}">
                <a16:creationId xmlns:a16="http://schemas.microsoft.com/office/drawing/2014/main" id="{E29D3C1A-DFFB-43B7-B20B-EADECA1C8CEA}"/>
              </a:ext>
            </a:extLst>
          </p:cNvPr>
          <p:cNvPicPr>
            <a:picLocks xmlns:a="http://schemas.openxmlformats.org/drawingml/2006/main" noChangeAspect="1"/>
          </p:cNvPicPr>
          <p:nvPr/>
        </p:nvPicPr>
        <p:blipFill>
          <a:blip xmlns:r="http://schemas.openxmlformats.org/officeDocument/2006/relationships" xmlns:a="http://schemas.openxmlformats.org/drawingml/2006/main" r:embed="Rbeb438618fdb4591"/>
          <a:stretch xmlns:a="http://schemas.openxmlformats.org/drawingml/2006/main">
            <a:fillRect l="0" t="0" r="0" b="0"/>
          </a:stretch>
        </p:blipFill>
        <p:spPr>
          <a:xfrm xmlns:a="http://schemas.openxmlformats.org/drawingml/2006/main">
            <a:off x="812800" y="1460500"/>
            <a:ext cx="838200" cy="838200"/>
          </a:xfrm>
          <a:prstGeom xmlns:a="http://schemas.openxmlformats.org/drawingml/2006/main" prst="ellipse">
            <a:avLst/>
          </a:prstGeom>
        </p:spPr>
      </p:pic>
      <p:sp>
        <p:nvSpPr>
          <p:cNvPr id="4" name="Text 1">
            <a:extLst xmlns:a="http://schemas.openxmlformats.org/drawingml/2006/main">
              <a:ext uri="{FF2B5EF4-FFF2-40B4-BE49-F238E27FC236}">
                <a16:creationId xmlns:a16="http://schemas.microsoft.com/office/drawing/2014/main" id="{EF5C81E1-AF53-4B90-970B-91183CE04CF0}"/>
              </a:ext>
            </a:extLst>
          </p:cNvPr>
          <p:cNvSpPr>
            <a:spLocks xmlns:a="http://schemas.openxmlformats.org/drawingml/2006/main" noGrp="1"/>
          </p:cNvSpPr>
          <p:nvPr/>
        </p:nvSpPr>
        <p:spPr>
          <a:xfrm xmlns:a="http://schemas.openxmlformats.org/drawingml/2006/main">
            <a:off x="812800" y="2540000"/>
            <a:ext cx="9525000" cy="165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0000"/>
              </a:lnSpc>
              <a:buNone/>
            </a:pPr>
            <a:r>
              <a:rPr sz="5600" b="1">
                <a:solidFill>
                  <a:srgbClr val="FBF6EF"/>
                </a:solidFill>
                <a:latin typeface="Arial"/>
                <a:ea typeface="Arial"/>
                <a:cs typeface="Arial"/>
              </a:rPr>
              <a:t>Cảm ơn thầy cô</a:t>
            </a:r>
            <a:endParaRPr sz="5600"/>
          </a:p>
          <a:p xmlns:a="http://schemas.openxmlformats.org/drawingml/2006/main">
            <a:pPr marL="0" indent="0" algn="l">
              <a:lnSpc>
                <a:spcPct val="100000"/>
              </a:lnSpc>
              <a:buNone/>
            </a:pPr>
            <a:r>
              <a:rPr sz="5600" b="1">
                <a:solidFill>
                  <a:srgbClr val="FBF6EF"/>
                </a:solidFill>
                <a:latin typeface="Arial"/>
                <a:ea typeface="Arial"/>
                <a:cs typeface="Arial"/>
              </a:rPr>
              <a:t>và các bạn</a:t>
            </a:r>
            <a:endParaRPr sz="5600"/>
          </a:p>
        </p:txBody>
      </p:sp>
      <p:sp>
        <p:nvSpPr>
          <p:cNvPr id="5" name="Text 2">
            <a:extLst xmlns:a="http://schemas.openxmlformats.org/drawingml/2006/main">
              <a:ext uri="{FF2B5EF4-FFF2-40B4-BE49-F238E27FC236}">
                <a16:creationId xmlns:a16="http://schemas.microsoft.com/office/drawing/2014/main" id="{D1BCF687-FB4E-4773-B560-9A2CC51129B1}"/>
              </a:ext>
            </a:extLst>
          </p:cNvPr>
          <p:cNvSpPr>
            <a:spLocks xmlns:a="http://schemas.openxmlformats.org/drawingml/2006/main" noGrp="1"/>
          </p:cNvSpPr>
          <p:nvPr/>
        </p:nvSpPr>
        <p:spPr>
          <a:xfrm xmlns:a="http://schemas.openxmlformats.org/drawingml/2006/main">
            <a:off x="812800" y="4381500"/>
            <a:ext cx="6350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200">
                <a:solidFill>
                  <a:srgbClr val="F6D9D4"/>
                </a:solidFill>
                <a:latin typeface="Arial"/>
                <a:ea typeface="Arial"/>
                <a:cs typeface="Arial"/>
              </a:rPr>
              <a:t>Mời đặt câu hỏi</a:t>
            </a:r>
            <a:endParaRPr sz="2200"/>
          </a:p>
        </p:txBody>
      </p:sp>
      <p:sp>
        <p:nvSpPr>
          <p:cNvPr id="6" name="Text 3">
            <a:extLst xmlns:a="http://schemas.openxmlformats.org/drawingml/2006/main">
              <a:ext uri="{FF2B5EF4-FFF2-40B4-BE49-F238E27FC236}">
                <a16:creationId xmlns:a16="http://schemas.microsoft.com/office/drawing/2014/main" id="{3809D96C-209E-4DC6-AF7C-F968F4924DB9}"/>
              </a:ext>
            </a:extLst>
          </p:cNvPr>
          <p:cNvSpPr>
            <a:spLocks xmlns:a="http://schemas.openxmlformats.org/drawingml/2006/main" noGrp="1"/>
          </p:cNvSpPr>
          <p:nvPr/>
        </p:nvSpPr>
        <p:spPr>
          <a:xfrm xmlns:a="http://schemas.openxmlformats.org/drawingml/2006/main">
            <a:off x="812800" y="4889500"/>
            <a:ext cx="6350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600" b="1">
                <a:solidFill>
                  <a:srgbClr val="FBF6EF"/>
                </a:solidFill>
                <a:latin typeface="Arial"/>
                <a:ea typeface="Arial"/>
                <a:cs typeface="Arial"/>
              </a:rPr>
              <a:t>hanni.dangpham.id.vn</a:t>
            </a:r>
            <a:endParaRPr sz="1600"/>
          </a:p>
        </p:txBody>
      </p:sp>
      <p:sp>
        <p:nvSpPr>
          <p:cNvPr id="7" name="">
            <a:extLst xmlns:a="http://schemas.openxmlformats.org/drawingml/2006/main">
              <a:ext uri="{FF2B5EF4-FFF2-40B4-BE49-F238E27FC236}">
                <a16:creationId xmlns:a16="http://schemas.microsoft.com/office/drawing/2014/main" id="{8A199C2F-4EDB-450B-B9D8-B3DB6DE79035}"/>
              </a:ext>
            </a:extLst>
          </p:cNvPr>
          <p:cNvSpPr>
            <a:spLocks xmlns:a="http://schemas.openxmlformats.org/drawingml/2006/main" noGrp="1"/>
          </p:cNvSpPr>
          <p:nvPr/>
        </p:nvSpPr>
        <p:spPr>
          <a:xfrm xmlns:a="http://schemas.openxmlformats.org/drawingml/2006/main">
            <a:off x="11506200" y="6429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F0D7CF"/>
                </a:solidFill>
                <a:latin typeface="Arial"/>
                <a:ea typeface="Arial"/>
                <a:cs typeface="Arial"/>
              </a:defRPr>
            </a:defPPr>
            <a:lvl1pPr>
              <a:defRPr sz="1125" b="0">
                <a:solidFill>
                  <a:srgbClr val="F0D7CF"/>
                </a:solidFill>
                <a:latin typeface="Arial"/>
                <a:ea typeface="Arial"/>
                <a:cs typeface="Arial"/>
              </a:defRPr>
            </a:lvl1pPr>
            <a:lvl2pPr>
              <a:defRPr sz="1125" b="0">
                <a:solidFill>
                  <a:srgbClr val="F0D7CF"/>
                </a:solidFill>
                <a:latin typeface="Arial"/>
                <a:ea typeface="Arial"/>
                <a:cs typeface="Arial"/>
              </a:defRPr>
            </a:lvl2pPr>
            <a:lvl3pPr>
              <a:defRPr sz="1125" b="0">
                <a:solidFill>
                  <a:srgbClr val="F0D7CF"/>
                </a:solidFill>
                <a:latin typeface="Arial"/>
                <a:ea typeface="Arial"/>
                <a:cs typeface="Arial"/>
              </a:defRPr>
            </a:lvl3pPr>
            <a:lvl4pPr>
              <a:defRPr sz="1125" b="0">
                <a:solidFill>
                  <a:srgbClr val="F0D7CF"/>
                </a:solidFill>
                <a:latin typeface="Arial"/>
                <a:ea typeface="Arial"/>
                <a:cs typeface="Arial"/>
              </a:defRPr>
            </a:lvl4pPr>
            <a:lvl5pPr>
              <a:defRPr sz="1125" b="0">
                <a:solidFill>
                  <a:srgbClr val="F0D7CF"/>
                </a:solidFill>
                <a:latin typeface="Arial"/>
                <a:ea typeface="Arial"/>
                <a:cs typeface="Arial"/>
              </a:defRPr>
            </a:lvl5pPr>
            <a:lvl6pPr>
              <a:defRPr sz="1125" b="0">
                <a:solidFill>
                  <a:srgbClr val="F0D7CF"/>
                </a:solidFill>
                <a:latin typeface="Arial"/>
                <a:ea typeface="Arial"/>
                <a:cs typeface="Arial"/>
              </a:defRPr>
            </a:lvl6pPr>
            <a:lvl7pPr>
              <a:defRPr sz="1125" b="0">
                <a:solidFill>
                  <a:srgbClr val="F0D7CF"/>
                </a:solidFill>
                <a:latin typeface="Arial"/>
                <a:ea typeface="Arial"/>
                <a:cs typeface="Arial"/>
              </a:defRPr>
            </a:lvl7pPr>
            <a:lvl8pPr>
              <a:defRPr sz="1125" b="0">
                <a:solidFill>
                  <a:srgbClr val="F0D7CF"/>
                </a:solidFill>
                <a:latin typeface="Arial"/>
                <a:ea typeface="Arial"/>
                <a:cs typeface="Arial"/>
              </a:defRPr>
            </a:lvl8pPr>
            <a:lvl9pPr>
              <a:defRPr sz="1125" b="0">
                <a:solidFill>
                  <a:srgbClr val="F0D7CF"/>
                </a:solidFill>
                <a:latin typeface="Arial"/>
                <a:ea typeface="Arial"/>
                <a:cs typeface="Arial"/>
              </a:defRPr>
            </a:lvl9pPr>
          </a:lstStyle>
          <a:p xmlns:a="http://schemas.openxmlformats.org/drawingml/2006/main">
            <a:pPr>
              <a:defRPr sz="1125" b="0">
                <a:solidFill>
                  <a:srgbClr val="F0D7CF"/>
                </a:solidFill>
                <a:latin typeface="Arial"/>
                <a:ea typeface="Arial"/>
                <a:cs typeface="Arial"/>
              </a:defRPr>
            </a:pPr>
            <a:r>
              <a:rPr sz="1125" b="0">
                <a:solidFill>
                  <a:srgbClr val="F0D7CF"/>
                </a:solidFill>
                <a:latin typeface="Arial"/>
                <a:ea typeface="Arial"/>
                <a:cs typeface="Arial"/>
              </a:rPr>
              <a:t>16</a:t>
            </a:r>
          </a:p>
        </p:txBody>
      </p:sp>
    </p:spTree>
    <p:extLst>
      <p:ext uri="{BB962C8B-B14F-4D97-AF65-F5344CB8AC3E}">
        <p14:creationId xmlns:p14="http://schemas.microsoft.com/office/powerpoint/2010/main" val="85299088"/>
      </p:ext>
    </p:extLst>
  </p:cSld>
</p:sld>
</file>

<file path=ppt/slides/slide17.xml><?xml version="1.0" encoding="utf-8"?>
<p:sld xmlns:p="http://schemas.openxmlformats.org/presentationml/2006/main" show="0">
  <p:cSld>
    <p:bg>
      <p:bgPr>
        <a:solidFill xmlns:a="http://schemas.openxmlformats.org/drawingml/2006/main">
          <a:srgbClr val="FBF6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2FA0D7-EE7C-45C4-A0AD-BB4396B6BBE7}"/>
              </a:ext>
            </a:extLst>
          </p:cNvPr>
          <p:cNvSpPr>
            <a:spLocks xmlns:a="http://schemas.openxmlformats.org/drawingml/2006/main" noGrp="1"/>
          </p:cNvSpPr>
          <p:nvPr/>
        </p:nvSpPr>
        <p:spPr>
          <a:xfrm xmlns:a="http://schemas.openxmlformats.org/drawingml/2006/main">
            <a:off x="812800" y="8128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125" b="1">
                <a:solidFill>
                  <a:srgbClr val="BD2B1F"/>
                </a:solidFill>
                <a:latin typeface="Arial"/>
                <a:ea typeface="Arial"/>
                <a:cs typeface="Arial"/>
              </a:defRPr>
            </a:defPPr>
            <a:lvl1pPr>
              <a:defRPr sz="1125" b="1">
                <a:solidFill>
                  <a:srgbClr val="BD2B1F"/>
                </a:solidFill>
                <a:latin typeface="Arial"/>
                <a:ea typeface="Arial"/>
                <a:cs typeface="Arial"/>
              </a:defRPr>
            </a:lvl1pPr>
            <a:lvl2pPr>
              <a:defRPr sz="1125" b="1">
                <a:solidFill>
                  <a:srgbClr val="BD2B1F"/>
                </a:solidFill>
                <a:latin typeface="Arial"/>
                <a:ea typeface="Arial"/>
                <a:cs typeface="Arial"/>
              </a:defRPr>
            </a:lvl2pPr>
            <a:lvl3pPr>
              <a:defRPr sz="1125" b="1">
                <a:solidFill>
                  <a:srgbClr val="BD2B1F"/>
                </a:solidFill>
                <a:latin typeface="Arial"/>
                <a:ea typeface="Arial"/>
                <a:cs typeface="Arial"/>
              </a:defRPr>
            </a:lvl3pPr>
            <a:lvl4pPr>
              <a:defRPr sz="1125" b="1">
                <a:solidFill>
                  <a:srgbClr val="BD2B1F"/>
                </a:solidFill>
                <a:latin typeface="Arial"/>
                <a:ea typeface="Arial"/>
                <a:cs typeface="Arial"/>
              </a:defRPr>
            </a:lvl4pPr>
            <a:lvl5pPr>
              <a:defRPr sz="1125" b="1">
                <a:solidFill>
                  <a:srgbClr val="BD2B1F"/>
                </a:solidFill>
                <a:latin typeface="Arial"/>
                <a:ea typeface="Arial"/>
                <a:cs typeface="Arial"/>
              </a:defRPr>
            </a:lvl5pPr>
            <a:lvl6pPr>
              <a:defRPr sz="1125" b="1">
                <a:solidFill>
                  <a:srgbClr val="BD2B1F"/>
                </a:solidFill>
                <a:latin typeface="Arial"/>
                <a:ea typeface="Arial"/>
                <a:cs typeface="Arial"/>
              </a:defRPr>
            </a:lvl6pPr>
            <a:lvl7pPr>
              <a:defRPr sz="1125" b="1">
                <a:solidFill>
                  <a:srgbClr val="BD2B1F"/>
                </a:solidFill>
                <a:latin typeface="Arial"/>
                <a:ea typeface="Arial"/>
                <a:cs typeface="Arial"/>
              </a:defRPr>
            </a:lvl7pPr>
            <a:lvl8pPr>
              <a:defRPr sz="1125" b="1">
                <a:solidFill>
                  <a:srgbClr val="BD2B1F"/>
                </a:solidFill>
                <a:latin typeface="Arial"/>
                <a:ea typeface="Arial"/>
                <a:cs typeface="Arial"/>
              </a:defRPr>
            </a:lvl8pPr>
            <a:lvl9pPr>
              <a:defRPr sz="1125" b="1">
                <a:solidFill>
                  <a:srgbClr val="BD2B1F"/>
                </a:solidFill>
                <a:latin typeface="Arial"/>
                <a:ea typeface="Arial"/>
                <a:cs typeface="Arial"/>
              </a:defRPr>
            </a:lvl9pPr>
          </a:lstStyle>
          <a:p xmlns:a="http://schemas.openxmlformats.org/drawingml/2006/main">
            <a:pPr marL="0" indent="0" algn="l">
              <a:lnSpc>
                <a:spcPct val="115000"/>
              </a:lnSpc>
              <a:buNone/>
              <a:defRPr sz="1125" b="1">
                <a:solidFill>
                  <a:srgbClr val="BD2B1F"/>
                </a:solidFill>
                <a:latin typeface="Arial"/>
                <a:ea typeface="Arial"/>
                <a:cs typeface="Arial"/>
              </a:defRPr>
            </a:pPr>
            <a:r>
              <a:rPr sz="1125" b="1" spc="300">
                <a:solidFill>
                  <a:srgbClr val="BD2B1F"/>
                </a:solidFill>
                <a:latin typeface="Arial"/>
                <a:ea typeface="Arial"/>
                <a:cs typeface="Arial"/>
              </a:rPr>
              <a:t>PHỤ LỤC</a:t>
            </a:r>
            <a:endParaRPr sz="1200"/>
          </a:p>
        </p:txBody>
      </p:sp>
      <p:sp>
        <p:nvSpPr>
          <p:cNvPr id="3" name="Text 1">
            <a:extLst xmlns:a="http://schemas.openxmlformats.org/drawingml/2006/main">
              <a:ext uri="{FF2B5EF4-FFF2-40B4-BE49-F238E27FC236}">
                <a16:creationId xmlns:a16="http://schemas.microsoft.com/office/drawing/2014/main" id="{5D7B5E57-414E-47B4-B2A2-23B5A886359C}"/>
              </a:ext>
            </a:extLst>
          </p:cNvPr>
          <p:cNvSpPr>
            <a:spLocks xmlns:a="http://schemas.openxmlformats.org/drawingml/2006/main" noGrp="1"/>
          </p:cNvSpPr>
          <p:nvPr/>
        </p:nvSpPr>
        <p:spPr>
          <a:xfrm xmlns:a="http://schemas.openxmlformats.org/drawingml/2006/main">
            <a:off x="812800" y="1117600"/>
            <a:ext cx="105664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3150" b="1">
                <a:solidFill>
                  <a:srgbClr val="202431"/>
                </a:solidFill>
                <a:latin typeface="Arial"/>
                <a:ea typeface="Arial"/>
                <a:cs typeface="Arial"/>
              </a:defRPr>
            </a:defPPr>
            <a:lvl1pPr>
              <a:defRPr sz="3150" b="1">
                <a:solidFill>
                  <a:srgbClr val="202431"/>
                </a:solidFill>
                <a:latin typeface="Arial"/>
                <a:ea typeface="Arial"/>
                <a:cs typeface="Arial"/>
              </a:defRPr>
            </a:lvl1pPr>
            <a:lvl2pPr>
              <a:defRPr sz="3150" b="1">
                <a:solidFill>
                  <a:srgbClr val="202431"/>
                </a:solidFill>
                <a:latin typeface="Arial"/>
                <a:ea typeface="Arial"/>
                <a:cs typeface="Arial"/>
              </a:defRPr>
            </a:lvl2pPr>
            <a:lvl3pPr>
              <a:defRPr sz="3150" b="1">
                <a:solidFill>
                  <a:srgbClr val="202431"/>
                </a:solidFill>
                <a:latin typeface="Arial"/>
                <a:ea typeface="Arial"/>
                <a:cs typeface="Arial"/>
              </a:defRPr>
            </a:lvl3pPr>
            <a:lvl4pPr>
              <a:defRPr sz="3150" b="1">
                <a:solidFill>
                  <a:srgbClr val="202431"/>
                </a:solidFill>
                <a:latin typeface="Arial"/>
                <a:ea typeface="Arial"/>
                <a:cs typeface="Arial"/>
              </a:defRPr>
            </a:lvl4pPr>
            <a:lvl5pPr>
              <a:defRPr sz="3150" b="1">
                <a:solidFill>
                  <a:srgbClr val="202431"/>
                </a:solidFill>
                <a:latin typeface="Arial"/>
                <a:ea typeface="Arial"/>
                <a:cs typeface="Arial"/>
              </a:defRPr>
            </a:lvl5pPr>
            <a:lvl6pPr>
              <a:defRPr sz="3150" b="1">
                <a:solidFill>
                  <a:srgbClr val="202431"/>
                </a:solidFill>
                <a:latin typeface="Arial"/>
                <a:ea typeface="Arial"/>
                <a:cs typeface="Arial"/>
              </a:defRPr>
            </a:lvl6pPr>
            <a:lvl7pPr>
              <a:defRPr sz="3150" b="1">
                <a:solidFill>
                  <a:srgbClr val="202431"/>
                </a:solidFill>
                <a:latin typeface="Arial"/>
                <a:ea typeface="Arial"/>
                <a:cs typeface="Arial"/>
              </a:defRPr>
            </a:lvl7pPr>
            <a:lvl8pPr>
              <a:defRPr sz="3150" b="1">
                <a:solidFill>
                  <a:srgbClr val="202431"/>
                </a:solidFill>
                <a:latin typeface="Arial"/>
                <a:ea typeface="Arial"/>
                <a:cs typeface="Arial"/>
              </a:defRPr>
            </a:lvl8pPr>
            <a:lvl9pPr>
              <a:defRPr sz="3150" b="1">
                <a:solidFill>
                  <a:srgbClr val="202431"/>
                </a:solidFill>
                <a:latin typeface="Arial"/>
                <a:ea typeface="Arial"/>
                <a:cs typeface="Arial"/>
              </a:defRPr>
            </a:lvl9pPr>
          </a:lstStyle>
          <a:p xmlns:a="http://schemas.openxmlformats.org/drawingml/2006/main">
            <a:pPr marL="0" indent="0" algn="l">
              <a:lnSpc>
                <a:spcPct val="105000"/>
              </a:lnSpc>
              <a:buNone/>
              <a:defRPr sz="3150" b="1">
                <a:solidFill>
                  <a:srgbClr val="202431"/>
                </a:solidFill>
                <a:latin typeface="Arial"/>
                <a:ea typeface="Arial"/>
                <a:cs typeface="Arial"/>
              </a:defRPr>
            </a:pPr>
            <a:r>
              <a:rPr sz="3150" b="1">
                <a:solidFill>
                  <a:srgbClr val="202431"/>
                </a:solidFill>
                <a:latin typeface="Arial"/>
                <a:ea typeface="Arial"/>
                <a:cs typeface="Arial"/>
              </a:rPr>
              <a:t>Dữ liệu nội dung của Hanni</a:t>
            </a:r>
            <a:endParaRPr sz="3600"/>
          </a:p>
        </p:txBody>
      </p:sp>
      <p:sp>
        <p:nvSpPr>
          <p:cNvPr id="4" name="Shape 2">
            <a:extLst xmlns:a="http://schemas.openxmlformats.org/drawingml/2006/main">
              <a:ext uri="{FF2B5EF4-FFF2-40B4-BE49-F238E27FC236}">
                <a16:creationId xmlns:a16="http://schemas.microsoft.com/office/drawing/2014/main" id="{FC4CF5EA-A1FF-41FD-96F2-862AAB573E05}"/>
              </a:ext>
            </a:extLst>
          </p:cNvPr>
          <p:cNvSpPr>
            <a:spLocks xmlns:a="http://schemas.openxmlformats.org/drawingml/2006/main" noGrp="1"/>
          </p:cNvSpPr>
          <p:nvPr/>
        </p:nvSpPr>
        <p:spPr>
          <a:xfrm xmlns:a="http://schemas.openxmlformats.org/drawingml/2006/main">
            <a:off x="812800" y="2095500"/>
            <a:ext cx="3409950" cy="172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ADFCE"/>
            </a:solidFill>
            <a:prstDash val="solid"/>
          </a:ln>
        </p:spPr>
      </p:sp>
      <p:sp>
        <p:nvSpPr>
          <p:cNvPr id="5" name="Text 3">
            <a:extLst xmlns:a="http://schemas.openxmlformats.org/drawingml/2006/main">
              <a:ext uri="{FF2B5EF4-FFF2-40B4-BE49-F238E27FC236}">
                <a16:creationId xmlns:a16="http://schemas.microsoft.com/office/drawing/2014/main" id="{18ABC8F4-34F6-445D-BE26-22F3AC5D9C62}"/>
              </a:ext>
            </a:extLst>
          </p:cNvPr>
          <p:cNvSpPr>
            <a:spLocks xmlns:a="http://schemas.openxmlformats.org/drawingml/2006/main" noGrp="1"/>
          </p:cNvSpPr>
          <p:nvPr/>
        </p:nvSpPr>
        <p:spPr>
          <a:xfrm xmlns:a="http://schemas.openxmlformats.org/drawingml/2006/main">
            <a:off x="1066800" y="23241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4200" b="1">
                <a:solidFill>
                  <a:srgbClr val="BD2B1F"/>
                </a:solidFill>
                <a:latin typeface="Arial"/>
                <a:ea typeface="Arial"/>
                <a:cs typeface="Arial"/>
              </a:rPr>
              <a:t>10.958</a:t>
            </a:r>
            <a:endParaRPr sz="4200"/>
          </a:p>
        </p:txBody>
      </p:sp>
      <p:sp>
        <p:nvSpPr>
          <p:cNvPr id="6" name="Text 4">
            <a:extLst xmlns:a="http://schemas.openxmlformats.org/drawingml/2006/main">
              <a:ext uri="{FF2B5EF4-FFF2-40B4-BE49-F238E27FC236}">
                <a16:creationId xmlns:a16="http://schemas.microsoft.com/office/drawing/2014/main" id="{79EDCEC4-98F1-476E-BA4A-E0DA0E42CFAB}"/>
              </a:ext>
            </a:extLst>
          </p:cNvPr>
          <p:cNvSpPr>
            <a:spLocks xmlns:a="http://schemas.openxmlformats.org/drawingml/2006/main" noGrp="1"/>
          </p:cNvSpPr>
          <p:nvPr/>
        </p:nvSpPr>
        <p:spPr>
          <a:xfrm xmlns:a="http://schemas.openxmlformats.org/drawingml/2006/main">
            <a:off x="1066800" y="30480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1F2430"/>
                </a:solidFill>
                <a:latin typeface="Arial"/>
                <a:ea typeface="Arial"/>
                <a:cs typeface="Arial"/>
              </a:rPr>
              <a:t>từ chuẩn HSK 3.0, đủ 9 cấp</a:t>
            </a:r>
            <a:endParaRPr sz="1500"/>
          </a:p>
        </p:txBody>
      </p:sp>
      <p:sp>
        <p:nvSpPr>
          <p:cNvPr id="7" name="Shape 5">
            <a:extLst xmlns:a="http://schemas.openxmlformats.org/drawingml/2006/main">
              <a:ext uri="{FF2B5EF4-FFF2-40B4-BE49-F238E27FC236}">
                <a16:creationId xmlns:a16="http://schemas.microsoft.com/office/drawing/2014/main" id="{3C890A82-48AD-453F-83A8-18625203DFBB}"/>
              </a:ext>
            </a:extLst>
          </p:cNvPr>
          <p:cNvSpPr>
            <a:spLocks xmlns:a="http://schemas.openxmlformats.org/drawingml/2006/main" noGrp="1"/>
          </p:cNvSpPr>
          <p:nvPr/>
        </p:nvSpPr>
        <p:spPr>
          <a:xfrm xmlns:a="http://schemas.openxmlformats.org/drawingml/2006/main">
            <a:off x="4400550" y="2095500"/>
            <a:ext cx="3409950" cy="172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ADFCE"/>
            </a:solidFill>
            <a:prstDash val="solid"/>
          </a:ln>
        </p:spPr>
      </p:sp>
      <p:sp>
        <p:nvSpPr>
          <p:cNvPr id="8" name="Text 6">
            <a:extLst xmlns:a="http://schemas.openxmlformats.org/drawingml/2006/main">
              <a:ext uri="{FF2B5EF4-FFF2-40B4-BE49-F238E27FC236}">
                <a16:creationId xmlns:a16="http://schemas.microsoft.com/office/drawing/2014/main" id="{3E34F92F-2560-48E3-A3E2-AE7A4594161C}"/>
              </a:ext>
            </a:extLst>
          </p:cNvPr>
          <p:cNvSpPr>
            <a:spLocks xmlns:a="http://schemas.openxmlformats.org/drawingml/2006/main" noGrp="1"/>
          </p:cNvSpPr>
          <p:nvPr/>
        </p:nvSpPr>
        <p:spPr>
          <a:xfrm xmlns:a="http://schemas.openxmlformats.org/drawingml/2006/main">
            <a:off x="4654550" y="23241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4200" b="1">
                <a:solidFill>
                  <a:srgbClr val="946311"/>
                </a:solidFill>
                <a:latin typeface="Arial"/>
                <a:ea typeface="Arial"/>
                <a:cs typeface="Arial"/>
              </a:rPr>
              <a:t>89,7%</a:t>
            </a:r>
            <a:endParaRPr sz="4200"/>
          </a:p>
        </p:txBody>
      </p:sp>
      <p:sp>
        <p:nvSpPr>
          <p:cNvPr id="9" name="Text 7">
            <a:extLst xmlns:a="http://schemas.openxmlformats.org/drawingml/2006/main">
              <a:ext uri="{FF2B5EF4-FFF2-40B4-BE49-F238E27FC236}">
                <a16:creationId xmlns:a16="http://schemas.microsoft.com/office/drawing/2014/main" id="{AF75DE94-DC8E-4B6A-AE44-9E7B68B84874}"/>
              </a:ext>
            </a:extLst>
          </p:cNvPr>
          <p:cNvSpPr>
            <a:spLocks xmlns:a="http://schemas.openxmlformats.org/drawingml/2006/main" noGrp="1"/>
          </p:cNvSpPr>
          <p:nvPr/>
        </p:nvSpPr>
        <p:spPr>
          <a:xfrm xmlns:a="http://schemas.openxmlformats.org/drawingml/2006/main">
            <a:off x="4654550" y="30480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1F2430"/>
                </a:solidFill>
                <a:latin typeface="Arial"/>
                <a:ea typeface="Arial"/>
                <a:cs typeface="Arial"/>
              </a:rPr>
              <a:t>từ có âm Hán Việt (9.824 từ)</a:t>
            </a:r>
            <a:endParaRPr sz="1500"/>
          </a:p>
        </p:txBody>
      </p:sp>
      <p:sp>
        <p:nvSpPr>
          <p:cNvPr id="10" name="Shape 8">
            <a:extLst xmlns:a="http://schemas.openxmlformats.org/drawingml/2006/main">
              <a:ext uri="{FF2B5EF4-FFF2-40B4-BE49-F238E27FC236}">
                <a16:creationId xmlns:a16="http://schemas.microsoft.com/office/drawing/2014/main" id="{02856837-8F77-423B-BA5F-3CDFEBAD7C0F}"/>
              </a:ext>
            </a:extLst>
          </p:cNvPr>
          <p:cNvSpPr>
            <a:spLocks xmlns:a="http://schemas.openxmlformats.org/drawingml/2006/main" noGrp="1"/>
          </p:cNvSpPr>
          <p:nvPr/>
        </p:nvSpPr>
        <p:spPr>
          <a:xfrm xmlns:a="http://schemas.openxmlformats.org/drawingml/2006/main">
            <a:off x="7988300" y="2095500"/>
            <a:ext cx="3409950" cy="172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ADFCE"/>
            </a:solidFill>
            <a:prstDash val="solid"/>
          </a:ln>
        </p:spPr>
      </p:sp>
      <p:sp>
        <p:nvSpPr>
          <p:cNvPr id="11" name="Text 9">
            <a:extLst xmlns:a="http://schemas.openxmlformats.org/drawingml/2006/main">
              <a:ext uri="{FF2B5EF4-FFF2-40B4-BE49-F238E27FC236}">
                <a16:creationId xmlns:a16="http://schemas.microsoft.com/office/drawing/2014/main" id="{E2B2D4E5-09B2-4731-B955-B2FB025B7315}"/>
              </a:ext>
            </a:extLst>
          </p:cNvPr>
          <p:cNvSpPr>
            <a:spLocks xmlns:a="http://schemas.openxmlformats.org/drawingml/2006/main" noGrp="1"/>
          </p:cNvSpPr>
          <p:nvPr/>
        </p:nvSpPr>
        <p:spPr>
          <a:xfrm xmlns:a="http://schemas.openxmlformats.org/drawingml/2006/main">
            <a:off x="8242300" y="23241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4200" b="1">
                <a:solidFill>
                  <a:srgbClr val="BD2B1F"/>
                </a:solidFill>
                <a:latin typeface="Arial"/>
                <a:ea typeface="Arial"/>
                <a:cs typeface="Arial"/>
              </a:rPr>
              <a:t>744</a:t>
            </a:r>
            <a:endParaRPr sz="4200"/>
          </a:p>
        </p:txBody>
      </p:sp>
      <p:sp>
        <p:nvSpPr>
          <p:cNvPr id="12" name="Text 10">
            <a:extLst xmlns:a="http://schemas.openxmlformats.org/drawingml/2006/main">
              <a:ext uri="{FF2B5EF4-FFF2-40B4-BE49-F238E27FC236}">
                <a16:creationId xmlns:a16="http://schemas.microsoft.com/office/drawing/2014/main" id="{433018A8-9E00-4036-B747-8C11B0515D6B}"/>
              </a:ext>
            </a:extLst>
          </p:cNvPr>
          <p:cNvSpPr>
            <a:spLocks xmlns:a="http://schemas.openxmlformats.org/drawingml/2006/main" noGrp="1"/>
          </p:cNvSpPr>
          <p:nvPr/>
        </p:nvSpPr>
        <p:spPr>
          <a:xfrm xmlns:a="http://schemas.openxmlformats.org/drawingml/2006/main">
            <a:off x="8242300" y="30480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1F2430"/>
                </a:solidFill>
                <a:latin typeface="Arial"/>
                <a:ea typeface="Arial"/>
                <a:cs typeface="Arial"/>
              </a:rPr>
              <a:t>bài học chia theo chủ đề</a:t>
            </a:r>
            <a:endParaRPr sz="1500"/>
          </a:p>
        </p:txBody>
      </p:sp>
      <p:sp>
        <p:nvSpPr>
          <p:cNvPr id="13" name="Shape 11">
            <a:extLst xmlns:a="http://schemas.openxmlformats.org/drawingml/2006/main">
              <a:ext uri="{FF2B5EF4-FFF2-40B4-BE49-F238E27FC236}">
                <a16:creationId xmlns:a16="http://schemas.microsoft.com/office/drawing/2014/main" id="{3BA89217-DDBD-4754-87CF-B6A1423162EB}"/>
              </a:ext>
            </a:extLst>
          </p:cNvPr>
          <p:cNvSpPr>
            <a:spLocks xmlns:a="http://schemas.openxmlformats.org/drawingml/2006/main" noGrp="1"/>
          </p:cNvSpPr>
          <p:nvPr/>
        </p:nvSpPr>
        <p:spPr>
          <a:xfrm xmlns:a="http://schemas.openxmlformats.org/drawingml/2006/main">
            <a:off x="812800" y="4000500"/>
            <a:ext cx="3409950" cy="172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ADFCE"/>
            </a:solidFill>
            <a:prstDash val="solid"/>
          </a:ln>
        </p:spPr>
      </p:sp>
      <p:sp>
        <p:nvSpPr>
          <p:cNvPr id="14" name="Text 12">
            <a:extLst xmlns:a="http://schemas.openxmlformats.org/drawingml/2006/main">
              <a:ext uri="{FF2B5EF4-FFF2-40B4-BE49-F238E27FC236}">
                <a16:creationId xmlns:a16="http://schemas.microsoft.com/office/drawing/2014/main" id="{3DBDE53E-3C14-4968-ABF5-CB7FB5317204}"/>
              </a:ext>
            </a:extLst>
          </p:cNvPr>
          <p:cNvSpPr>
            <a:spLocks xmlns:a="http://schemas.openxmlformats.org/drawingml/2006/main" noGrp="1"/>
          </p:cNvSpPr>
          <p:nvPr/>
        </p:nvSpPr>
        <p:spPr>
          <a:xfrm xmlns:a="http://schemas.openxmlformats.org/drawingml/2006/main">
            <a:off x="1066800" y="42291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4200" b="1">
                <a:solidFill>
                  <a:srgbClr val="BD2B1F"/>
                </a:solidFill>
                <a:latin typeface="Arial"/>
                <a:ea typeface="Arial"/>
                <a:cs typeface="Arial"/>
              </a:rPr>
              <a:t>235</a:t>
            </a:r>
            <a:endParaRPr sz="4200"/>
          </a:p>
        </p:txBody>
      </p:sp>
      <p:sp>
        <p:nvSpPr>
          <p:cNvPr id="15" name="Text 13">
            <a:extLst xmlns:a="http://schemas.openxmlformats.org/drawingml/2006/main">
              <a:ext uri="{FF2B5EF4-FFF2-40B4-BE49-F238E27FC236}">
                <a16:creationId xmlns:a16="http://schemas.microsoft.com/office/drawing/2014/main" id="{F0FBD5D7-F901-4289-A060-12CE6484E427}"/>
              </a:ext>
            </a:extLst>
          </p:cNvPr>
          <p:cNvSpPr>
            <a:spLocks xmlns:a="http://schemas.openxmlformats.org/drawingml/2006/main" noGrp="1"/>
          </p:cNvSpPr>
          <p:nvPr/>
        </p:nvSpPr>
        <p:spPr>
          <a:xfrm xmlns:a="http://schemas.openxmlformats.org/drawingml/2006/main">
            <a:off x="1066800" y="49530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1F2430"/>
                </a:solidFill>
                <a:latin typeface="Arial"/>
                <a:ea typeface="Arial"/>
                <a:cs typeface="Arial"/>
              </a:rPr>
              <a:t>điểm ngữ pháp giải thích bằng tiếng Việt</a:t>
            </a:r>
            <a:endParaRPr sz="1500"/>
          </a:p>
        </p:txBody>
      </p:sp>
      <p:sp>
        <p:nvSpPr>
          <p:cNvPr id="16" name="Shape 14">
            <a:extLst xmlns:a="http://schemas.openxmlformats.org/drawingml/2006/main">
              <a:ext uri="{FF2B5EF4-FFF2-40B4-BE49-F238E27FC236}">
                <a16:creationId xmlns:a16="http://schemas.microsoft.com/office/drawing/2014/main" id="{DDE078E4-60B7-4343-B36D-B1B34A677827}"/>
              </a:ext>
            </a:extLst>
          </p:cNvPr>
          <p:cNvSpPr>
            <a:spLocks xmlns:a="http://schemas.openxmlformats.org/drawingml/2006/main" noGrp="1"/>
          </p:cNvSpPr>
          <p:nvPr/>
        </p:nvSpPr>
        <p:spPr>
          <a:xfrm xmlns:a="http://schemas.openxmlformats.org/drawingml/2006/main">
            <a:off x="4400550" y="4000500"/>
            <a:ext cx="3409950" cy="172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ADFCE"/>
            </a:solidFill>
            <a:prstDash val="solid"/>
          </a:ln>
        </p:spPr>
      </p:sp>
      <p:sp>
        <p:nvSpPr>
          <p:cNvPr id="17" name="Text 15">
            <a:extLst xmlns:a="http://schemas.openxmlformats.org/drawingml/2006/main">
              <a:ext uri="{FF2B5EF4-FFF2-40B4-BE49-F238E27FC236}">
                <a16:creationId xmlns:a16="http://schemas.microsoft.com/office/drawing/2014/main" id="{CF81B407-06F5-4C0B-ABAA-0B616DD7DB3B}"/>
              </a:ext>
            </a:extLst>
          </p:cNvPr>
          <p:cNvSpPr>
            <a:spLocks xmlns:a="http://schemas.openxmlformats.org/drawingml/2006/main" noGrp="1"/>
          </p:cNvSpPr>
          <p:nvPr/>
        </p:nvSpPr>
        <p:spPr>
          <a:xfrm xmlns:a="http://schemas.openxmlformats.org/drawingml/2006/main">
            <a:off x="4654550" y="42291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4200" b="1">
                <a:solidFill>
                  <a:srgbClr val="BD2B1F"/>
                </a:solidFill>
                <a:latin typeface="Arial"/>
                <a:ea typeface="Arial"/>
                <a:cs typeface="Arial"/>
              </a:rPr>
              <a:t>10</a:t>
            </a:r>
            <a:endParaRPr sz="4200"/>
          </a:p>
        </p:txBody>
      </p:sp>
      <p:sp>
        <p:nvSpPr>
          <p:cNvPr id="18" name="Text 16">
            <a:extLst xmlns:a="http://schemas.openxmlformats.org/drawingml/2006/main">
              <a:ext uri="{FF2B5EF4-FFF2-40B4-BE49-F238E27FC236}">
                <a16:creationId xmlns:a16="http://schemas.microsoft.com/office/drawing/2014/main" id="{63C3614E-5487-4F0F-87F2-21DEFFFE9D25}"/>
              </a:ext>
            </a:extLst>
          </p:cNvPr>
          <p:cNvSpPr>
            <a:spLocks xmlns:a="http://schemas.openxmlformats.org/drawingml/2006/main" noGrp="1"/>
          </p:cNvSpPr>
          <p:nvPr/>
        </p:nvSpPr>
        <p:spPr>
          <a:xfrm xmlns:a="http://schemas.openxmlformats.org/drawingml/2006/main">
            <a:off x="4654550" y="49530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1F2430"/>
                </a:solidFill>
                <a:latin typeface="Arial"/>
                <a:ea typeface="Arial"/>
                <a:cs typeface="Arial"/>
              </a:rPr>
              <a:t>đề thi thử HSK 1–4 đúng cấu trúc đề thật</a:t>
            </a:r>
            <a:endParaRPr sz="1500"/>
          </a:p>
        </p:txBody>
      </p:sp>
      <p:sp>
        <p:nvSpPr>
          <p:cNvPr id="19" name="Shape 17">
            <a:extLst xmlns:a="http://schemas.openxmlformats.org/drawingml/2006/main">
              <a:ext uri="{FF2B5EF4-FFF2-40B4-BE49-F238E27FC236}">
                <a16:creationId xmlns:a16="http://schemas.microsoft.com/office/drawing/2014/main" id="{FF5B3C61-CD2C-4FD4-B9B9-4639BAD23185}"/>
              </a:ext>
            </a:extLst>
          </p:cNvPr>
          <p:cNvSpPr>
            <a:spLocks xmlns:a="http://schemas.openxmlformats.org/drawingml/2006/main" noGrp="1"/>
          </p:cNvSpPr>
          <p:nvPr/>
        </p:nvSpPr>
        <p:spPr>
          <a:xfrm xmlns:a="http://schemas.openxmlformats.org/drawingml/2006/main">
            <a:off x="7988300" y="4000500"/>
            <a:ext cx="3409950" cy="172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ADFCE"/>
            </a:solidFill>
            <a:prstDash val="solid"/>
          </a:ln>
        </p:spPr>
      </p:sp>
      <p:sp>
        <p:nvSpPr>
          <p:cNvPr id="20" name="Text 18">
            <a:extLst xmlns:a="http://schemas.openxmlformats.org/drawingml/2006/main">
              <a:ext uri="{FF2B5EF4-FFF2-40B4-BE49-F238E27FC236}">
                <a16:creationId xmlns:a16="http://schemas.microsoft.com/office/drawing/2014/main" id="{35FDF6E3-4FE6-4A8E-8389-077A0C69C0BB}"/>
              </a:ext>
            </a:extLst>
          </p:cNvPr>
          <p:cNvSpPr>
            <a:spLocks xmlns:a="http://schemas.openxmlformats.org/drawingml/2006/main" noGrp="1"/>
          </p:cNvSpPr>
          <p:nvPr/>
        </p:nvSpPr>
        <p:spPr>
          <a:xfrm xmlns:a="http://schemas.openxmlformats.org/drawingml/2006/main">
            <a:off x="8242300" y="42291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4200" b="1">
                <a:solidFill>
                  <a:srgbClr val="BD2B1F"/>
                </a:solidFill>
                <a:latin typeface="Arial"/>
                <a:ea typeface="Arial"/>
                <a:cs typeface="Arial"/>
              </a:rPr>
              <a:t>~10.900</a:t>
            </a:r>
            <a:endParaRPr sz="4200"/>
          </a:p>
        </p:txBody>
      </p:sp>
      <p:sp>
        <p:nvSpPr>
          <p:cNvPr id="21" name="Text 19">
            <a:extLst xmlns:a="http://schemas.openxmlformats.org/drawingml/2006/main">
              <a:ext uri="{FF2B5EF4-FFF2-40B4-BE49-F238E27FC236}">
                <a16:creationId xmlns:a16="http://schemas.microsoft.com/office/drawing/2014/main" id="{5EC28473-9B1C-4F80-8517-9F24583A2C4D}"/>
              </a:ext>
            </a:extLst>
          </p:cNvPr>
          <p:cNvSpPr>
            <a:spLocks xmlns:a="http://schemas.openxmlformats.org/drawingml/2006/main" noGrp="1"/>
          </p:cNvSpPr>
          <p:nvPr/>
        </p:nvSpPr>
        <p:spPr>
          <a:xfrm xmlns:a="http://schemas.openxmlformats.org/drawingml/2006/main">
            <a:off x="8242300" y="4953000"/>
            <a:ext cx="29845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1F2430"/>
                </a:solidFill>
                <a:latin typeface="Arial"/>
                <a:ea typeface="Arial"/>
                <a:cs typeface="Arial"/>
              </a:rPr>
              <a:t>file phát âm chuẩn cho từ điển, bài học, chấm thanh</a:t>
            </a:r>
            <a:endParaRPr sz="1500"/>
          </a:p>
        </p:txBody>
      </p:sp>
      <p:sp>
        <p:nvSpPr>
          <p:cNvPr id="22" name="Text 20">
            <a:extLst xmlns:a="http://schemas.openxmlformats.org/drawingml/2006/main">
              <a:ext uri="{FF2B5EF4-FFF2-40B4-BE49-F238E27FC236}">
                <a16:creationId xmlns:a16="http://schemas.microsoft.com/office/drawing/2014/main" id="{B1E184C4-056E-4675-AFF9-421776D6A90A}"/>
              </a:ext>
            </a:extLst>
          </p:cNvPr>
          <p:cNvSpPr>
            <a:spLocks xmlns:a="http://schemas.openxmlformats.org/drawingml/2006/main" noGrp="1"/>
          </p:cNvSpPr>
          <p:nvPr/>
        </p:nvSpPr>
        <p:spPr>
          <a:xfrm xmlns:a="http://schemas.openxmlformats.org/drawingml/2006/main">
            <a:off x="812800" y="6223000"/>
            <a:ext cx="10566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200" b="0">
                <a:solidFill>
                  <a:srgbClr val="535B69"/>
                </a:solidFill>
                <a:latin typeface="Arial"/>
                <a:ea typeface="Arial"/>
                <a:cs typeface="Arial"/>
              </a:defRPr>
            </a:defPPr>
            <a:lvl1pPr>
              <a:defRPr sz="1200" b="0">
                <a:solidFill>
                  <a:srgbClr val="535B69"/>
                </a:solidFill>
                <a:latin typeface="Arial"/>
                <a:ea typeface="Arial"/>
                <a:cs typeface="Arial"/>
              </a:defRPr>
            </a:lvl1pPr>
            <a:lvl2pPr>
              <a:defRPr sz="1200" b="0">
                <a:solidFill>
                  <a:srgbClr val="535B69"/>
                </a:solidFill>
                <a:latin typeface="Arial"/>
                <a:ea typeface="Arial"/>
                <a:cs typeface="Arial"/>
              </a:defRPr>
            </a:lvl2pPr>
            <a:lvl3pPr>
              <a:defRPr sz="1200" b="0">
                <a:solidFill>
                  <a:srgbClr val="535B69"/>
                </a:solidFill>
                <a:latin typeface="Arial"/>
                <a:ea typeface="Arial"/>
                <a:cs typeface="Arial"/>
              </a:defRPr>
            </a:lvl3pPr>
            <a:lvl4pPr>
              <a:defRPr sz="1200" b="0">
                <a:solidFill>
                  <a:srgbClr val="535B69"/>
                </a:solidFill>
                <a:latin typeface="Arial"/>
                <a:ea typeface="Arial"/>
                <a:cs typeface="Arial"/>
              </a:defRPr>
            </a:lvl4pPr>
            <a:lvl5pPr>
              <a:defRPr sz="1200" b="0">
                <a:solidFill>
                  <a:srgbClr val="535B69"/>
                </a:solidFill>
                <a:latin typeface="Arial"/>
                <a:ea typeface="Arial"/>
                <a:cs typeface="Arial"/>
              </a:defRPr>
            </a:lvl5pPr>
            <a:lvl6pPr>
              <a:defRPr sz="1200" b="0">
                <a:solidFill>
                  <a:srgbClr val="535B69"/>
                </a:solidFill>
                <a:latin typeface="Arial"/>
                <a:ea typeface="Arial"/>
                <a:cs typeface="Arial"/>
              </a:defRPr>
            </a:lvl6pPr>
            <a:lvl7pPr>
              <a:defRPr sz="1200" b="0">
                <a:solidFill>
                  <a:srgbClr val="535B69"/>
                </a:solidFill>
                <a:latin typeface="Arial"/>
                <a:ea typeface="Arial"/>
                <a:cs typeface="Arial"/>
              </a:defRPr>
            </a:lvl7pPr>
            <a:lvl8pPr>
              <a:defRPr sz="1200" b="0">
                <a:solidFill>
                  <a:srgbClr val="535B69"/>
                </a:solidFill>
                <a:latin typeface="Arial"/>
                <a:ea typeface="Arial"/>
                <a:cs typeface="Arial"/>
              </a:defRPr>
            </a:lvl8pPr>
            <a:lvl9pPr>
              <a:defRPr sz="1200" b="0">
                <a:solidFill>
                  <a:srgbClr val="535B69"/>
                </a:solidFill>
                <a:latin typeface="Arial"/>
                <a:ea typeface="Arial"/>
                <a:cs typeface="Arial"/>
              </a:defRPr>
            </a:lvl9pPr>
          </a:lstStyle>
          <a:p xmlns:a="http://schemas.openxmlformats.org/drawingml/2006/main">
            <a:pPr marL="0" indent="0" algn="l">
              <a:lnSpc>
                <a:spcPct val="115000"/>
              </a:lnSpc>
              <a:buNone/>
              <a:defRPr sz="1200" b="0">
                <a:solidFill>
                  <a:srgbClr val="535B69"/>
                </a:solidFill>
                <a:latin typeface="Arial"/>
                <a:ea typeface="Arial"/>
                <a:cs typeface="Arial"/>
              </a:defRPr>
            </a:pPr>
            <a:r>
              <a:rPr sz="1200" b="0">
                <a:solidFill>
                  <a:srgbClr val="535B69"/>
                </a:solidFill>
                <a:latin typeface="Arial"/>
                <a:ea typeface="Arial"/>
                <a:cs typeface="Arial"/>
              </a:rPr>
              <a:t>Số liệu từ tài liệu gốc tháng 10/2026. Từ vựng đối chiếu words.seed.json: 10.958 mục.</a:t>
            </a:r>
            <a:endParaRPr sz="1200"/>
          </a:p>
        </p:txBody>
      </p:sp>
    </p:spTree>
    <p:extLst>
      <p:ext uri="{BB962C8B-B14F-4D97-AF65-F5344CB8AC3E}">
        <p14:creationId xmlns:p14="http://schemas.microsoft.com/office/powerpoint/2010/main" val="14457411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2026-10-30T04:58:55.5970000Z</dcterms:created>
  <dcterms:modified xsi:type="dcterms:W3CDTF">2026-10-30T04:58:55.5970000Z</dcterms:modified>
</coreProperties>
</file>